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58" r:id="rId4"/>
    <p:sldId id="273" r:id="rId5"/>
    <p:sldId id="272" r:id="rId6"/>
    <p:sldId id="261" r:id="rId7"/>
    <p:sldId id="274" r:id="rId8"/>
    <p:sldId id="262" r:id="rId9"/>
    <p:sldId id="275" r:id="rId10"/>
    <p:sldId id="264" r:id="rId11"/>
    <p:sldId id="276" r:id="rId12"/>
    <p:sldId id="277" r:id="rId13"/>
    <p:sldId id="265" r:id="rId14"/>
    <p:sldId id="267" r:id="rId15"/>
    <p:sldId id="278" r:id="rId16"/>
    <p:sldId id="279" r:id="rId17"/>
    <p:sldId id="270" r:id="rId18"/>
    <p:sldId id="269" r:id="rId19"/>
    <p:sldId id="268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1" y="9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目标项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453-46EE-BC03-3F5604DF558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453-46EE-BC03-3F5604DF55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453-46EE-BC03-3F5604DF558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453-46EE-BC03-3F5604DF5586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6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453-46EE-BC03-3F5604DF55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目标项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58B-40BC-8129-BFCA7A21A63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58B-40BC-8129-BFCA7A21A63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58B-40BC-8129-BFCA7A21A63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58B-40BC-8129-BFCA7A21A633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58B-40BC-8129-BFCA7A21A6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目标项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EB1-4AA5-8CAB-660FF1A9F31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EB1-4AA5-8CAB-660FF1A9F31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EB1-4AA5-8CAB-660FF1A9F31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EB1-4AA5-8CAB-660FF1A9F31E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B1-4AA5-8CAB-660FF1A9F3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14" y="0"/>
            <a:ext cx="1168977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2A81-B305-431B-B2F5-74BD1F7C435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26C7-B586-4071-8AA3-944B253473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2A81-B305-431B-B2F5-74BD1F7C435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26C7-B586-4071-8AA3-944B253473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2A81-B305-431B-B2F5-74BD1F7C435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26C7-B586-4071-8AA3-944B253473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2A81-B305-431B-B2F5-74BD1F7C435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26C7-B586-4071-8AA3-944B253473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2A81-B305-431B-B2F5-74BD1F7C435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26C7-B586-4071-8AA3-944B253473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2A81-B305-431B-B2F5-74BD1F7C435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26C7-B586-4071-8AA3-944B253473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2A81-B305-431B-B2F5-74BD1F7C435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26C7-B586-4071-8AA3-944B253473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2A81-B305-431B-B2F5-74BD1F7C435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26C7-B586-4071-8AA3-944B253473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2A81-B305-431B-B2F5-74BD1F7C435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26C7-B586-4071-8AA3-944B253473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2A81-B305-431B-B2F5-74BD1F7C435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26C7-B586-4071-8AA3-944B253473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42A81-B305-431B-B2F5-74BD1F7C435C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226C7-B586-4071-8AA3-944B253473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2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46200" y="1130486"/>
            <a:ext cx="9499600" cy="4597028"/>
          </a:xfrm>
          <a:prstGeom prst="rect">
            <a:avLst/>
          </a:prstGeom>
          <a:solidFill>
            <a:schemeClr val="accent1">
              <a:alpha val="49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811577" y="2978890"/>
            <a:ext cx="672010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cs typeface="+mn-ea"/>
                <a:sym typeface="+mn-lt"/>
              </a:rPr>
              <a:t>数据库课程设计课堂展示</a:t>
            </a:r>
            <a:endParaRPr lang="zh-CN" altLang="en-US" sz="6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059479" y="4211606"/>
            <a:ext cx="6066162" cy="41389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72880" y="4194674"/>
            <a:ext cx="64393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err="1">
                <a:solidFill>
                  <a:schemeClr val="accent1"/>
                </a:solidFill>
              </a:rPr>
              <a:t>网文书城系统</a:t>
            </a:r>
            <a:endParaRPr lang="en-US" altLang="zh-CN" sz="2400" dirty="0">
              <a:solidFill>
                <a:schemeClr val="accent1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3552372" y="4892657"/>
            <a:ext cx="307777" cy="3077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KSO_Shape"/>
          <p:cNvSpPr/>
          <p:nvPr/>
        </p:nvSpPr>
        <p:spPr bwMode="auto">
          <a:xfrm>
            <a:off x="3619597" y="4935200"/>
            <a:ext cx="173326" cy="222689"/>
          </a:xfrm>
          <a:custGeom>
            <a:avLst/>
            <a:gdLst>
              <a:gd name="T0" fmla="*/ 646796 w 5367"/>
              <a:gd name="T1" fmla="*/ 843536 h 6897"/>
              <a:gd name="T2" fmla="*/ 520861 w 5367"/>
              <a:gd name="T3" fmla="*/ 880824 h 6897"/>
              <a:gd name="T4" fmla="*/ 403764 w 5367"/>
              <a:gd name="T5" fmla="*/ 946285 h 6897"/>
              <a:gd name="T6" fmla="*/ 297714 w 5367"/>
              <a:gd name="T7" fmla="*/ 1036605 h 6897"/>
              <a:gd name="T8" fmla="*/ 204644 w 5367"/>
              <a:gd name="T9" fmla="*/ 1149850 h 6897"/>
              <a:gd name="T10" fmla="*/ 126487 w 5367"/>
              <a:gd name="T11" fmla="*/ 1282429 h 6897"/>
              <a:gd name="T12" fmla="*/ 65729 w 5367"/>
              <a:gd name="T13" fmla="*/ 1432134 h 6897"/>
              <a:gd name="T14" fmla="*/ 23475 w 5367"/>
              <a:gd name="T15" fmla="*/ 1595648 h 6897"/>
              <a:gd name="T16" fmla="*/ 2209 w 5367"/>
              <a:gd name="T17" fmla="*/ 1771316 h 6897"/>
              <a:gd name="T18" fmla="*/ 1481389 w 5367"/>
              <a:gd name="T19" fmla="*/ 1905000 h 6897"/>
              <a:gd name="T20" fmla="*/ 1480009 w 5367"/>
              <a:gd name="T21" fmla="*/ 1771316 h 6897"/>
              <a:gd name="T22" fmla="*/ 1459020 w 5367"/>
              <a:gd name="T23" fmla="*/ 1595648 h 6897"/>
              <a:gd name="T24" fmla="*/ 1417041 w 5367"/>
              <a:gd name="T25" fmla="*/ 1432134 h 6897"/>
              <a:gd name="T26" fmla="*/ 1355731 w 5367"/>
              <a:gd name="T27" fmla="*/ 1282429 h 6897"/>
              <a:gd name="T28" fmla="*/ 1277850 w 5367"/>
              <a:gd name="T29" fmla="*/ 1149850 h 6897"/>
              <a:gd name="T30" fmla="*/ 1184780 w 5367"/>
              <a:gd name="T31" fmla="*/ 1036605 h 6897"/>
              <a:gd name="T32" fmla="*/ 1078730 w 5367"/>
              <a:gd name="T33" fmla="*/ 946285 h 6897"/>
              <a:gd name="T34" fmla="*/ 961633 w 5367"/>
              <a:gd name="T35" fmla="*/ 880824 h 6897"/>
              <a:gd name="T36" fmla="*/ 835422 w 5367"/>
              <a:gd name="T37" fmla="*/ 843536 h 6897"/>
              <a:gd name="T38" fmla="*/ 747875 w 5367"/>
              <a:gd name="T39" fmla="*/ 731120 h 6897"/>
              <a:gd name="T40" fmla="*/ 805043 w 5367"/>
              <a:gd name="T41" fmla="*/ 726701 h 6897"/>
              <a:gd name="T42" fmla="*/ 868286 w 5367"/>
              <a:gd name="T43" fmla="*/ 711786 h 6897"/>
              <a:gd name="T44" fmla="*/ 926559 w 5367"/>
              <a:gd name="T45" fmla="*/ 686927 h 6897"/>
              <a:gd name="T46" fmla="*/ 979032 w 5367"/>
              <a:gd name="T47" fmla="*/ 653230 h 6897"/>
              <a:gd name="T48" fmla="*/ 1024876 w 5367"/>
              <a:gd name="T49" fmla="*/ 611246 h 6897"/>
              <a:gd name="T50" fmla="*/ 1063264 w 5367"/>
              <a:gd name="T51" fmla="*/ 562358 h 6897"/>
              <a:gd name="T52" fmla="*/ 1092815 w 5367"/>
              <a:gd name="T53" fmla="*/ 507945 h 6897"/>
              <a:gd name="T54" fmla="*/ 1112699 w 5367"/>
              <a:gd name="T55" fmla="*/ 448008 h 6897"/>
              <a:gd name="T56" fmla="*/ 1121813 w 5367"/>
              <a:gd name="T57" fmla="*/ 384204 h 6897"/>
              <a:gd name="T58" fmla="*/ 1120432 w 5367"/>
              <a:gd name="T59" fmla="*/ 328134 h 6897"/>
              <a:gd name="T60" fmla="*/ 1108004 w 5367"/>
              <a:gd name="T61" fmla="*/ 265711 h 6897"/>
              <a:gd name="T62" fmla="*/ 1085358 w 5367"/>
              <a:gd name="T63" fmla="*/ 207155 h 6897"/>
              <a:gd name="T64" fmla="*/ 1053322 w 5367"/>
              <a:gd name="T65" fmla="*/ 153847 h 6897"/>
              <a:gd name="T66" fmla="*/ 1012725 w 5367"/>
              <a:gd name="T67" fmla="*/ 107168 h 6897"/>
              <a:gd name="T68" fmla="*/ 964671 w 5367"/>
              <a:gd name="T69" fmla="*/ 67395 h 6897"/>
              <a:gd name="T70" fmla="*/ 910541 w 5367"/>
              <a:gd name="T71" fmla="*/ 36183 h 6897"/>
              <a:gd name="T72" fmla="*/ 850335 w 5367"/>
              <a:gd name="T73" fmla="*/ 14087 h 6897"/>
              <a:gd name="T74" fmla="*/ 786263 w 5367"/>
              <a:gd name="T75" fmla="*/ 1933 h 6897"/>
              <a:gd name="T76" fmla="*/ 728819 w 5367"/>
              <a:gd name="T77" fmla="*/ 276 h 6897"/>
              <a:gd name="T78" fmla="*/ 663366 w 5367"/>
              <a:gd name="T79" fmla="*/ 9391 h 6897"/>
              <a:gd name="T80" fmla="*/ 602332 w 5367"/>
              <a:gd name="T81" fmla="*/ 28726 h 6897"/>
              <a:gd name="T82" fmla="*/ 546545 w 5367"/>
              <a:gd name="T83" fmla="*/ 57451 h 6897"/>
              <a:gd name="T84" fmla="*/ 496282 w 5367"/>
              <a:gd name="T85" fmla="*/ 95015 h 6897"/>
              <a:gd name="T86" fmla="*/ 453751 w 5367"/>
              <a:gd name="T87" fmla="*/ 139761 h 6897"/>
              <a:gd name="T88" fmla="*/ 418954 w 5367"/>
              <a:gd name="T89" fmla="*/ 191411 h 6897"/>
              <a:gd name="T90" fmla="*/ 393546 w 5367"/>
              <a:gd name="T91" fmla="*/ 248310 h 6897"/>
              <a:gd name="T92" fmla="*/ 378356 w 5367"/>
              <a:gd name="T93" fmla="*/ 309628 h 6897"/>
              <a:gd name="T94" fmla="*/ 373938 w 5367"/>
              <a:gd name="T95" fmla="*/ 365698 h 6897"/>
              <a:gd name="T96" fmla="*/ 380013 w 5367"/>
              <a:gd name="T97" fmla="*/ 430054 h 6897"/>
              <a:gd name="T98" fmla="*/ 396584 w 5367"/>
              <a:gd name="T99" fmla="*/ 491096 h 6897"/>
              <a:gd name="T100" fmla="*/ 423372 w 5367"/>
              <a:gd name="T101" fmla="*/ 547719 h 6897"/>
              <a:gd name="T102" fmla="*/ 459551 w 5367"/>
              <a:gd name="T103" fmla="*/ 597988 h 6897"/>
              <a:gd name="T104" fmla="*/ 503186 w 5367"/>
              <a:gd name="T105" fmla="*/ 641905 h 6897"/>
              <a:gd name="T106" fmla="*/ 554278 w 5367"/>
              <a:gd name="T107" fmla="*/ 678088 h 6897"/>
              <a:gd name="T108" fmla="*/ 610894 w 5367"/>
              <a:gd name="T109" fmla="*/ 705709 h 6897"/>
              <a:gd name="T110" fmla="*/ 672756 w 5367"/>
              <a:gd name="T111" fmla="*/ 723662 h 6897"/>
              <a:gd name="T112" fmla="*/ 738209 w 5367"/>
              <a:gd name="T113" fmla="*/ 730844 h 6897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5367" h="6897">
                <a:moveTo>
                  <a:pt x="2684" y="3025"/>
                </a:moveTo>
                <a:lnTo>
                  <a:pt x="2684" y="3025"/>
                </a:lnTo>
                <a:lnTo>
                  <a:pt x="2615" y="3026"/>
                </a:lnTo>
                <a:lnTo>
                  <a:pt x="2545" y="3029"/>
                </a:lnTo>
                <a:lnTo>
                  <a:pt x="2478" y="3035"/>
                </a:lnTo>
                <a:lnTo>
                  <a:pt x="2409" y="3043"/>
                </a:lnTo>
                <a:lnTo>
                  <a:pt x="2342" y="3054"/>
                </a:lnTo>
                <a:lnTo>
                  <a:pt x="2275" y="3066"/>
                </a:lnTo>
                <a:lnTo>
                  <a:pt x="2209" y="3081"/>
                </a:lnTo>
                <a:lnTo>
                  <a:pt x="2143" y="3099"/>
                </a:lnTo>
                <a:lnTo>
                  <a:pt x="2077" y="3118"/>
                </a:lnTo>
                <a:lnTo>
                  <a:pt x="2013" y="3140"/>
                </a:lnTo>
                <a:lnTo>
                  <a:pt x="1949" y="3163"/>
                </a:lnTo>
                <a:lnTo>
                  <a:pt x="1886" y="3189"/>
                </a:lnTo>
                <a:lnTo>
                  <a:pt x="1823" y="3217"/>
                </a:lnTo>
                <a:lnTo>
                  <a:pt x="1761" y="3247"/>
                </a:lnTo>
                <a:lnTo>
                  <a:pt x="1700" y="3279"/>
                </a:lnTo>
                <a:lnTo>
                  <a:pt x="1639" y="3313"/>
                </a:lnTo>
                <a:lnTo>
                  <a:pt x="1579" y="3349"/>
                </a:lnTo>
                <a:lnTo>
                  <a:pt x="1521" y="3386"/>
                </a:lnTo>
                <a:lnTo>
                  <a:pt x="1462" y="3426"/>
                </a:lnTo>
                <a:lnTo>
                  <a:pt x="1405" y="3468"/>
                </a:lnTo>
                <a:lnTo>
                  <a:pt x="1348" y="3511"/>
                </a:lnTo>
                <a:lnTo>
                  <a:pt x="1293" y="3556"/>
                </a:lnTo>
                <a:lnTo>
                  <a:pt x="1237" y="3603"/>
                </a:lnTo>
                <a:lnTo>
                  <a:pt x="1183" y="3651"/>
                </a:lnTo>
                <a:lnTo>
                  <a:pt x="1131" y="3702"/>
                </a:lnTo>
                <a:lnTo>
                  <a:pt x="1078" y="3753"/>
                </a:lnTo>
                <a:lnTo>
                  <a:pt x="1027" y="3807"/>
                </a:lnTo>
                <a:lnTo>
                  <a:pt x="976" y="3863"/>
                </a:lnTo>
                <a:lnTo>
                  <a:pt x="927" y="3920"/>
                </a:lnTo>
                <a:lnTo>
                  <a:pt x="880" y="3978"/>
                </a:lnTo>
                <a:lnTo>
                  <a:pt x="833" y="4038"/>
                </a:lnTo>
                <a:lnTo>
                  <a:pt x="786" y="4100"/>
                </a:lnTo>
                <a:lnTo>
                  <a:pt x="741" y="4163"/>
                </a:lnTo>
                <a:lnTo>
                  <a:pt x="698" y="4227"/>
                </a:lnTo>
                <a:lnTo>
                  <a:pt x="655" y="4293"/>
                </a:lnTo>
                <a:lnTo>
                  <a:pt x="613" y="4361"/>
                </a:lnTo>
                <a:lnTo>
                  <a:pt x="573" y="4429"/>
                </a:lnTo>
                <a:lnTo>
                  <a:pt x="533" y="4499"/>
                </a:lnTo>
                <a:lnTo>
                  <a:pt x="495" y="4570"/>
                </a:lnTo>
                <a:lnTo>
                  <a:pt x="458" y="4643"/>
                </a:lnTo>
                <a:lnTo>
                  <a:pt x="423" y="4717"/>
                </a:lnTo>
                <a:lnTo>
                  <a:pt x="388" y="4791"/>
                </a:lnTo>
                <a:lnTo>
                  <a:pt x="356" y="4868"/>
                </a:lnTo>
                <a:lnTo>
                  <a:pt x="324" y="4945"/>
                </a:lnTo>
                <a:lnTo>
                  <a:pt x="294" y="5024"/>
                </a:lnTo>
                <a:lnTo>
                  <a:pt x="265" y="5104"/>
                </a:lnTo>
                <a:lnTo>
                  <a:pt x="238" y="5185"/>
                </a:lnTo>
                <a:lnTo>
                  <a:pt x="211" y="5266"/>
                </a:lnTo>
                <a:lnTo>
                  <a:pt x="186" y="5349"/>
                </a:lnTo>
                <a:lnTo>
                  <a:pt x="163" y="5433"/>
                </a:lnTo>
                <a:lnTo>
                  <a:pt x="141" y="5518"/>
                </a:lnTo>
                <a:lnTo>
                  <a:pt x="121" y="5603"/>
                </a:lnTo>
                <a:lnTo>
                  <a:pt x="102" y="5690"/>
                </a:lnTo>
                <a:lnTo>
                  <a:pt x="85" y="5777"/>
                </a:lnTo>
                <a:lnTo>
                  <a:pt x="69" y="5866"/>
                </a:lnTo>
                <a:lnTo>
                  <a:pt x="54" y="5955"/>
                </a:lnTo>
                <a:lnTo>
                  <a:pt x="42" y="6045"/>
                </a:lnTo>
                <a:lnTo>
                  <a:pt x="31" y="6136"/>
                </a:lnTo>
                <a:lnTo>
                  <a:pt x="22" y="6227"/>
                </a:lnTo>
                <a:lnTo>
                  <a:pt x="14" y="6319"/>
                </a:lnTo>
                <a:lnTo>
                  <a:pt x="8" y="6413"/>
                </a:lnTo>
                <a:lnTo>
                  <a:pt x="4" y="6506"/>
                </a:lnTo>
                <a:lnTo>
                  <a:pt x="1" y="6600"/>
                </a:lnTo>
                <a:lnTo>
                  <a:pt x="0" y="6695"/>
                </a:lnTo>
                <a:lnTo>
                  <a:pt x="1" y="6796"/>
                </a:lnTo>
                <a:lnTo>
                  <a:pt x="5" y="6897"/>
                </a:lnTo>
                <a:lnTo>
                  <a:pt x="5364" y="6897"/>
                </a:lnTo>
                <a:lnTo>
                  <a:pt x="5366" y="6796"/>
                </a:lnTo>
                <a:lnTo>
                  <a:pt x="5367" y="6695"/>
                </a:lnTo>
                <a:lnTo>
                  <a:pt x="5367" y="6600"/>
                </a:lnTo>
                <a:lnTo>
                  <a:pt x="5364" y="6506"/>
                </a:lnTo>
                <a:lnTo>
                  <a:pt x="5359" y="6413"/>
                </a:lnTo>
                <a:lnTo>
                  <a:pt x="5353" y="6319"/>
                </a:lnTo>
                <a:lnTo>
                  <a:pt x="5346" y="6227"/>
                </a:lnTo>
                <a:lnTo>
                  <a:pt x="5337" y="6136"/>
                </a:lnTo>
                <a:lnTo>
                  <a:pt x="5325" y="6045"/>
                </a:lnTo>
                <a:lnTo>
                  <a:pt x="5313" y="5955"/>
                </a:lnTo>
                <a:lnTo>
                  <a:pt x="5298" y="5866"/>
                </a:lnTo>
                <a:lnTo>
                  <a:pt x="5283" y="5777"/>
                </a:lnTo>
                <a:lnTo>
                  <a:pt x="5266" y="5690"/>
                </a:lnTo>
                <a:lnTo>
                  <a:pt x="5247" y="5603"/>
                </a:lnTo>
                <a:lnTo>
                  <a:pt x="5226" y="5518"/>
                </a:lnTo>
                <a:lnTo>
                  <a:pt x="5205" y="5433"/>
                </a:lnTo>
                <a:lnTo>
                  <a:pt x="5181" y="5349"/>
                </a:lnTo>
                <a:lnTo>
                  <a:pt x="5157" y="5266"/>
                </a:lnTo>
                <a:lnTo>
                  <a:pt x="5131" y="5185"/>
                </a:lnTo>
                <a:lnTo>
                  <a:pt x="5103" y="5104"/>
                </a:lnTo>
                <a:lnTo>
                  <a:pt x="5073" y="5024"/>
                </a:lnTo>
                <a:lnTo>
                  <a:pt x="5043" y="4945"/>
                </a:lnTo>
                <a:lnTo>
                  <a:pt x="5012" y="4868"/>
                </a:lnTo>
                <a:lnTo>
                  <a:pt x="4979" y="4791"/>
                </a:lnTo>
                <a:lnTo>
                  <a:pt x="4945" y="4717"/>
                </a:lnTo>
                <a:lnTo>
                  <a:pt x="4909" y="4643"/>
                </a:lnTo>
                <a:lnTo>
                  <a:pt x="4872" y="4570"/>
                </a:lnTo>
                <a:lnTo>
                  <a:pt x="4834" y="4499"/>
                </a:lnTo>
                <a:lnTo>
                  <a:pt x="4796" y="4429"/>
                </a:lnTo>
                <a:lnTo>
                  <a:pt x="4755" y="4361"/>
                </a:lnTo>
                <a:lnTo>
                  <a:pt x="4713" y="4293"/>
                </a:lnTo>
                <a:lnTo>
                  <a:pt x="4671" y="4227"/>
                </a:lnTo>
                <a:lnTo>
                  <a:pt x="4627" y="4163"/>
                </a:lnTo>
                <a:lnTo>
                  <a:pt x="4582" y="4100"/>
                </a:lnTo>
                <a:lnTo>
                  <a:pt x="4536" y="4038"/>
                </a:lnTo>
                <a:lnTo>
                  <a:pt x="4489" y="3978"/>
                </a:lnTo>
                <a:lnTo>
                  <a:pt x="4440" y="3920"/>
                </a:lnTo>
                <a:lnTo>
                  <a:pt x="4391" y="3863"/>
                </a:lnTo>
                <a:lnTo>
                  <a:pt x="4340" y="3807"/>
                </a:lnTo>
                <a:lnTo>
                  <a:pt x="4290" y="3753"/>
                </a:lnTo>
                <a:lnTo>
                  <a:pt x="4238" y="3702"/>
                </a:lnTo>
                <a:lnTo>
                  <a:pt x="4184" y="3651"/>
                </a:lnTo>
                <a:lnTo>
                  <a:pt x="4130" y="3603"/>
                </a:lnTo>
                <a:lnTo>
                  <a:pt x="4076" y="3556"/>
                </a:lnTo>
                <a:lnTo>
                  <a:pt x="4020" y="3511"/>
                </a:lnTo>
                <a:lnTo>
                  <a:pt x="3963" y="3468"/>
                </a:lnTo>
                <a:lnTo>
                  <a:pt x="3906" y="3426"/>
                </a:lnTo>
                <a:lnTo>
                  <a:pt x="3848" y="3386"/>
                </a:lnTo>
                <a:lnTo>
                  <a:pt x="3788" y="3349"/>
                </a:lnTo>
                <a:lnTo>
                  <a:pt x="3728" y="3313"/>
                </a:lnTo>
                <a:lnTo>
                  <a:pt x="3668" y="3279"/>
                </a:lnTo>
                <a:lnTo>
                  <a:pt x="3607" y="3247"/>
                </a:lnTo>
                <a:lnTo>
                  <a:pt x="3545" y="3217"/>
                </a:lnTo>
                <a:lnTo>
                  <a:pt x="3482" y="3189"/>
                </a:lnTo>
                <a:lnTo>
                  <a:pt x="3419" y="3163"/>
                </a:lnTo>
                <a:lnTo>
                  <a:pt x="3355" y="3140"/>
                </a:lnTo>
                <a:lnTo>
                  <a:pt x="3290" y="3118"/>
                </a:lnTo>
                <a:lnTo>
                  <a:pt x="3225" y="3099"/>
                </a:lnTo>
                <a:lnTo>
                  <a:pt x="3159" y="3081"/>
                </a:lnTo>
                <a:lnTo>
                  <a:pt x="3093" y="3066"/>
                </a:lnTo>
                <a:lnTo>
                  <a:pt x="3025" y="3054"/>
                </a:lnTo>
                <a:lnTo>
                  <a:pt x="2958" y="3043"/>
                </a:lnTo>
                <a:lnTo>
                  <a:pt x="2891" y="3035"/>
                </a:lnTo>
                <a:lnTo>
                  <a:pt x="2822" y="3029"/>
                </a:lnTo>
                <a:lnTo>
                  <a:pt x="2753" y="3026"/>
                </a:lnTo>
                <a:lnTo>
                  <a:pt x="2684" y="3025"/>
                </a:lnTo>
                <a:close/>
                <a:moveTo>
                  <a:pt x="2708" y="2647"/>
                </a:moveTo>
                <a:lnTo>
                  <a:pt x="2708" y="2647"/>
                </a:lnTo>
                <a:lnTo>
                  <a:pt x="2743" y="2646"/>
                </a:lnTo>
                <a:lnTo>
                  <a:pt x="2778" y="2645"/>
                </a:lnTo>
                <a:lnTo>
                  <a:pt x="2813" y="2643"/>
                </a:lnTo>
                <a:lnTo>
                  <a:pt x="2847" y="2640"/>
                </a:lnTo>
                <a:lnTo>
                  <a:pt x="2882" y="2636"/>
                </a:lnTo>
                <a:lnTo>
                  <a:pt x="2915" y="2631"/>
                </a:lnTo>
                <a:lnTo>
                  <a:pt x="2949" y="2626"/>
                </a:lnTo>
                <a:lnTo>
                  <a:pt x="2982" y="2620"/>
                </a:lnTo>
                <a:lnTo>
                  <a:pt x="3014" y="2613"/>
                </a:lnTo>
                <a:lnTo>
                  <a:pt x="3047" y="2605"/>
                </a:lnTo>
                <a:lnTo>
                  <a:pt x="3079" y="2596"/>
                </a:lnTo>
                <a:lnTo>
                  <a:pt x="3112" y="2587"/>
                </a:lnTo>
                <a:lnTo>
                  <a:pt x="3144" y="2577"/>
                </a:lnTo>
                <a:lnTo>
                  <a:pt x="3175" y="2566"/>
                </a:lnTo>
                <a:lnTo>
                  <a:pt x="3205" y="2555"/>
                </a:lnTo>
                <a:lnTo>
                  <a:pt x="3236" y="2542"/>
                </a:lnTo>
                <a:lnTo>
                  <a:pt x="3266" y="2530"/>
                </a:lnTo>
                <a:lnTo>
                  <a:pt x="3297" y="2517"/>
                </a:lnTo>
                <a:lnTo>
                  <a:pt x="3326" y="2502"/>
                </a:lnTo>
                <a:lnTo>
                  <a:pt x="3355" y="2487"/>
                </a:lnTo>
                <a:lnTo>
                  <a:pt x="3383" y="2472"/>
                </a:lnTo>
                <a:lnTo>
                  <a:pt x="3411" y="2455"/>
                </a:lnTo>
                <a:lnTo>
                  <a:pt x="3439" y="2438"/>
                </a:lnTo>
                <a:lnTo>
                  <a:pt x="3466" y="2421"/>
                </a:lnTo>
                <a:lnTo>
                  <a:pt x="3493" y="2403"/>
                </a:lnTo>
                <a:lnTo>
                  <a:pt x="3519" y="2384"/>
                </a:lnTo>
                <a:lnTo>
                  <a:pt x="3545" y="2365"/>
                </a:lnTo>
                <a:lnTo>
                  <a:pt x="3571" y="2345"/>
                </a:lnTo>
                <a:lnTo>
                  <a:pt x="3596" y="2324"/>
                </a:lnTo>
                <a:lnTo>
                  <a:pt x="3619" y="2303"/>
                </a:lnTo>
                <a:lnTo>
                  <a:pt x="3643" y="2282"/>
                </a:lnTo>
                <a:lnTo>
                  <a:pt x="3667" y="2259"/>
                </a:lnTo>
                <a:lnTo>
                  <a:pt x="3689" y="2237"/>
                </a:lnTo>
                <a:lnTo>
                  <a:pt x="3711" y="2213"/>
                </a:lnTo>
                <a:lnTo>
                  <a:pt x="3733" y="2189"/>
                </a:lnTo>
                <a:lnTo>
                  <a:pt x="3754" y="2165"/>
                </a:lnTo>
                <a:lnTo>
                  <a:pt x="3774" y="2140"/>
                </a:lnTo>
                <a:lnTo>
                  <a:pt x="3795" y="2115"/>
                </a:lnTo>
                <a:lnTo>
                  <a:pt x="3814" y="2089"/>
                </a:lnTo>
                <a:lnTo>
                  <a:pt x="3832" y="2063"/>
                </a:lnTo>
                <a:lnTo>
                  <a:pt x="3850" y="2036"/>
                </a:lnTo>
                <a:lnTo>
                  <a:pt x="3868" y="2010"/>
                </a:lnTo>
                <a:lnTo>
                  <a:pt x="3884" y="1983"/>
                </a:lnTo>
                <a:lnTo>
                  <a:pt x="3900" y="1954"/>
                </a:lnTo>
                <a:lnTo>
                  <a:pt x="3915" y="1925"/>
                </a:lnTo>
                <a:lnTo>
                  <a:pt x="3930" y="1897"/>
                </a:lnTo>
                <a:lnTo>
                  <a:pt x="3944" y="1868"/>
                </a:lnTo>
                <a:lnTo>
                  <a:pt x="3957" y="1839"/>
                </a:lnTo>
                <a:lnTo>
                  <a:pt x="3970" y="1808"/>
                </a:lnTo>
                <a:lnTo>
                  <a:pt x="3981" y="1778"/>
                </a:lnTo>
                <a:lnTo>
                  <a:pt x="3993" y="1748"/>
                </a:lnTo>
                <a:lnTo>
                  <a:pt x="4003" y="1717"/>
                </a:lnTo>
                <a:lnTo>
                  <a:pt x="4012" y="1686"/>
                </a:lnTo>
                <a:lnTo>
                  <a:pt x="4021" y="1654"/>
                </a:lnTo>
                <a:lnTo>
                  <a:pt x="4029" y="1622"/>
                </a:lnTo>
                <a:lnTo>
                  <a:pt x="4036" y="1590"/>
                </a:lnTo>
                <a:lnTo>
                  <a:pt x="4042" y="1557"/>
                </a:lnTo>
                <a:lnTo>
                  <a:pt x="4048" y="1525"/>
                </a:lnTo>
                <a:lnTo>
                  <a:pt x="4052" y="1492"/>
                </a:lnTo>
                <a:lnTo>
                  <a:pt x="4057" y="1459"/>
                </a:lnTo>
                <a:lnTo>
                  <a:pt x="4060" y="1425"/>
                </a:lnTo>
                <a:lnTo>
                  <a:pt x="4062" y="1391"/>
                </a:lnTo>
                <a:lnTo>
                  <a:pt x="4063" y="1357"/>
                </a:lnTo>
                <a:lnTo>
                  <a:pt x="4063" y="1324"/>
                </a:lnTo>
                <a:lnTo>
                  <a:pt x="4063" y="1289"/>
                </a:lnTo>
                <a:lnTo>
                  <a:pt x="4062" y="1255"/>
                </a:lnTo>
                <a:lnTo>
                  <a:pt x="4060" y="1221"/>
                </a:lnTo>
                <a:lnTo>
                  <a:pt x="4057" y="1188"/>
                </a:lnTo>
                <a:lnTo>
                  <a:pt x="4052" y="1155"/>
                </a:lnTo>
                <a:lnTo>
                  <a:pt x="4048" y="1121"/>
                </a:lnTo>
                <a:lnTo>
                  <a:pt x="4042" y="1089"/>
                </a:lnTo>
                <a:lnTo>
                  <a:pt x="4036" y="1057"/>
                </a:lnTo>
                <a:lnTo>
                  <a:pt x="4029" y="1025"/>
                </a:lnTo>
                <a:lnTo>
                  <a:pt x="4021" y="993"/>
                </a:lnTo>
                <a:lnTo>
                  <a:pt x="4012" y="962"/>
                </a:lnTo>
                <a:lnTo>
                  <a:pt x="4003" y="930"/>
                </a:lnTo>
                <a:lnTo>
                  <a:pt x="3993" y="899"/>
                </a:lnTo>
                <a:lnTo>
                  <a:pt x="3981" y="868"/>
                </a:lnTo>
                <a:lnTo>
                  <a:pt x="3970" y="838"/>
                </a:lnTo>
                <a:lnTo>
                  <a:pt x="3957" y="809"/>
                </a:lnTo>
                <a:lnTo>
                  <a:pt x="3944" y="778"/>
                </a:lnTo>
                <a:lnTo>
                  <a:pt x="3930" y="750"/>
                </a:lnTo>
                <a:lnTo>
                  <a:pt x="3915" y="721"/>
                </a:lnTo>
                <a:lnTo>
                  <a:pt x="3900" y="693"/>
                </a:lnTo>
                <a:lnTo>
                  <a:pt x="3884" y="665"/>
                </a:lnTo>
                <a:lnTo>
                  <a:pt x="3868" y="638"/>
                </a:lnTo>
                <a:lnTo>
                  <a:pt x="3850" y="610"/>
                </a:lnTo>
                <a:lnTo>
                  <a:pt x="3832" y="584"/>
                </a:lnTo>
                <a:lnTo>
                  <a:pt x="3814" y="557"/>
                </a:lnTo>
                <a:lnTo>
                  <a:pt x="3795" y="532"/>
                </a:lnTo>
                <a:lnTo>
                  <a:pt x="3774" y="506"/>
                </a:lnTo>
                <a:lnTo>
                  <a:pt x="3754" y="481"/>
                </a:lnTo>
                <a:lnTo>
                  <a:pt x="3733" y="458"/>
                </a:lnTo>
                <a:lnTo>
                  <a:pt x="3711" y="433"/>
                </a:lnTo>
                <a:lnTo>
                  <a:pt x="3689" y="411"/>
                </a:lnTo>
                <a:lnTo>
                  <a:pt x="3667" y="388"/>
                </a:lnTo>
                <a:lnTo>
                  <a:pt x="3643" y="366"/>
                </a:lnTo>
                <a:lnTo>
                  <a:pt x="3619" y="344"/>
                </a:lnTo>
                <a:lnTo>
                  <a:pt x="3596" y="323"/>
                </a:lnTo>
                <a:lnTo>
                  <a:pt x="3571" y="303"/>
                </a:lnTo>
                <a:lnTo>
                  <a:pt x="3545" y="282"/>
                </a:lnTo>
                <a:lnTo>
                  <a:pt x="3519" y="263"/>
                </a:lnTo>
                <a:lnTo>
                  <a:pt x="3493" y="244"/>
                </a:lnTo>
                <a:lnTo>
                  <a:pt x="3466" y="226"/>
                </a:lnTo>
                <a:lnTo>
                  <a:pt x="3439" y="208"/>
                </a:lnTo>
                <a:lnTo>
                  <a:pt x="3411" y="191"/>
                </a:lnTo>
                <a:lnTo>
                  <a:pt x="3383" y="176"/>
                </a:lnTo>
                <a:lnTo>
                  <a:pt x="3355" y="160"/>
                </a:lnTo>
                <a:lnTo>
                  <a:pt x="3326" y="145"/>
                </a:lnTo>
                <a:lnTo>
                  <a:pt x="3297" y="131"/>
                </a:lnTo>
                <a:lnTo>
                  <a:pt x="3266" y="117"/>
                </a:lnTo>
                <a:lnTo>
                  <a:pt x="3236" y="104"/>
                </a:lnTo>
                <a:lnTo>
                  <a:pt x="3205" y="92"/>
                </a:lnTo>
                <a:lnTo>
                  <a:pt x="3175" y="80"/>
                </a:lnTo>
                <a:lnTo>
                  <a:pt x="3144" y="70"/>
                </a:lnTo>
                <a:lnTo>
                  <a:pt x="3112" y="60"/>
                </a:lnTo>
                <a:lnTo>
                  <a:pt x="3079" y="51"/>
                </a:lnTo>
                <a:lnTo>
                  <a:pt x="3047" y="42"/>
                </a:lnTo>
                <a:lnTo>
                  <a:pt x="3014" y="34"/>
                </a:lnTo>
                <a:lnTo>
                  <a:pt x="2982" y="27"/>
                </a:lnTo>
                <a:lnTo>
                  <a:pt x="2949" y="20"/>
                </a:lnTo>
                <a:lnTo>
                  <a:pt x="2915" y="15"/>
                </a:lnTo>
                <a:lnTo>
                  <a:pt x="2882" y="10"/>
                </a:lnTo>
                <a:lnTo>
                  <a:pt x="2847" y="7"/>
                </a:lnTo>
                <a:lnTo>
                  <a:pt x="2813" y="4"/>
                </a:lnTo>
                <a:lnTo>
                  <a:pt x="2778" y="1"/>
                </a:lnTo>
                <a:lnTo>
                  <a:pt x="2743" y="0"/>
                </a:lnTo>
                <a:lnTo>
                  <a:pt x="2708" y="0"/>
                </a:lnTo>
                <a:lnTo>
                  <a:pt x="2673" y="0"/>
                </a:lnTo>
                <a:lnTo>
                  <a:pt x="2639" y="1"/>
                </a:lnTo>
                <a:lnTo>
                  <a:pt x="2605" y="4"/>
                </a:lnTo>
                <a:lnTo>
                  <a:pt x="2570" y="7"/>
                </a:lnTo>
                <a:lnTo>
                  <a:pt x="2536" y="10"/>
                </a:lnTo>
                <a:lnTo>
                  <a:pt x="2503" y="15"/>
                </a:lnTo>
                <a:lnTo>
                  <a:pt x="2469" y="20"/>
                </a:lnTo>
                <a:lnTo>
                  <a:pt x="2436" y="27"/>
                </a:lnTo>
                <a:lnTo>
                  <a:pt x="2402" y="34"/>
                </a:lnTo>
                <a:lnTo>
                  <a:pt x="2370" y="42"/>
                </a:lnTo>
                <a:lnTo>
                  <a:pt x="2338" y="51"/>
                </a:lnTo>
                <a:lnTo>
                  <a:pt x="2306" y="60"/>
                </a:lnTo>
                <a:lnTo>
                  <a:pt x="2274" y="70"/>
                </a:lnTo>
                <a:lnTo>
                  <a:pt x="2243" y="80"/>
                </a:lnTo>
                <a:lnTo>
                  <a:pt x="2212" y="92"/>
                </a:lnTo>
                <a:lnTo>
                  <a:pt x="2181" y="104"/>
                </a:lnTo>
                <a:lnTo>
                  <a:pt x="2152" y="117"/>
                </a:lnTo>
                <a:lnTo>
                  <a:pt x="2121" y="131"/>
                </a:lnTo>
                <a:lnTo>
                  <a:pt x="2092" y="145"/>
                </a:lnTo>
                <a:lnTo>
                  <a:pt x="2063" y="160"/>
                </a:lnTo>
                <a:lnTo>
                  <a:pt x="2035" y="176"/>
                </a:lnTo>
                <a:lnTo>
                  <a:pt x="2007" y="191"/>
                </a:lnTo>
                <a:lnTo>
                  <a:pt x="1979" y="208"/>
                </a:lnTo>
                <a:lnTo>
                  <a:pt x="1952" y="226"/>
                </a:lnTo>
                <a:lnTo>
                  <a:pt x="1925" y="244"/>
                </a:lnTo>
                <a:lnTo>
                  <a:pt x="1899" y="263"/>
                </a:lnTo>
                <a:lnTo>
                  <a:pt x="1873" y="282"/>
                </a:lnTo>
                <a:lnTo>
                  <a:pt x="1847" y="303"/>
                </a:lnTo>
                <a:lnTo>
                  <a:pt x="1822" y="323"/>
                </a:lnTo>
                <a:lnTo>
                  <a:pt x="1797" y="344"/>
                </a:lnTo>
                <a:lnTo>
                  <a:pt x="1774" y="366"/>
                </a:lnTo>
                <a:lnTo>
                  <a:pt x="1751" y="388"/>
                </a:lnTo>
                <a:lnTo>
                  <a:pt x="1728" y="411"/>
                </a:lnTo>
                <a:lnTo>
                  <a:pt x="1706" y="433"/>
                </a:lnTo>
                <a:lnTo>
                  <a:pt x="1685" y="458"/>
                </a:lnTo>
                <a:lnTo>
                  <a:pt x="1664" y="481"/>
                </a:lnTo>
                <a:lnTo>
                  <a:pt x="1643" y="506"/>
                </a:lnTo>
                <a:lnTo>
                  <a:pt x="1623" y="532"/>
                </a:lnTo>
                <a:lnTo>
                  <a:pt x="1604" y="557"/>
                </a:lnTo>
                <a:lnTo>
                  <a:pt x="1586" y="584"/>
                </a:lnTo>
                <a:lnTo>
                  <a:pt x="1568" y="610"/>
                </a:lnTo>
                <a:lnTo>
                  <a:pt x="1550" y="638"/>
                </a:lnTo>
                <a:lnTo>
                  <a:pt x="1533" y="665"/>
                </a:lnTo>
                <a:lnTo>
                  <a:pt x="1517" y="693"/>
                </a:lnTo>
                <a:lnTo>
                  <a:pt x="1503" y="721"/>
                </a:lnTo>
                <a:lnTo>
                  <a:pt x="1488" y="750"/>
                </a:lnTo>
                <a:lnTo>
                  <a:pt x="1474" y="778"/>
                </a:lnTo>
                <a:lnTo>
                  <a:pt x="1461" y="809"/>
                </a:lnTo>
                <a:lnTo>
                  <a:pt x="1448" y="838"/>
                </a:lnTo>
                <a:lnTo>
                  <a:pt x="1436" y="868"/>
                </a:lnTo>
                <a:lnTo>
                  <a:pt x="1425" y="899"/>
                </a:lnTo>
                <a:lnTo>
                  <a:pt x="1415" y="930"/>
                </a:lnTo>
                <a:lnTo>
                  <a:pt x="1406" y="962"/>
                </a:lnTo>
                <a:lnTo>
                  <a:pt x="1397" y="993"/>
                </a:lnTo>
                <a:lnTo>
                  <a:pt x="1389" y="1025"/>
                </a:lnTo>
                <a:lnTo>
                  <a:pt x="1381" y="1057"/>
                </a:lnTo>
                <a:lnTo>
                  <a:pt x="1376" y="1089"/>
                </a:lnTo>
                <a:lnTo>
                  <a:pt x="1370" y="1121"/>
                </a:lnTo>
                <a:lnTo>
                  <a:pt x="1366" y="1155"/>
                </a:lnTo>
                <a:lnTo>
                  <a:pt x="1361" y="1188"/>
                </a:lnTo>
                <a:lnTo>
                  <a:pt x="1358" y="1221"/>
                </a:lnTo>
                <a:lnTo>
                  <a:pt x="1355" y="1255"/>
                </a:lnTo>
                <a:lnTo>
                  <a:pt x="1354" y="1289"/>
                </a:lnTo>
                <a:lnTo>
                  <a:pt x="1354" y="1324"/>
                </a:lnTo>
                <a:lnTo>
                  <a:pt x="1354" y="1357"/>
                </a:lnTo>
                <a:lnTo>
                  <a:pt x="1355" y="1391"/>
                </a:lnTo>
                <a:lnTo>
                  <a:pt x="1358" y="1425"/>
                </a:lnTo>
                <a:lnTo>
                  <a:pt x="1361" y="1459"/>
                </a:lnTo>
                <a:lnTo>
                  <a:pt x="1366" y="1492"/>
                </a:lnTo>
                <a:lnTo>
                  <a:pt x="1370" y="1525"/>
                </a:lnTo>
                <a:lnTo>
                  <a:pt x="1376" y="1557"/>
                </a:lnTo>
                <a:lnTo>
                  <a:pt x="1381" y="1590"/>
                </a:lnTo>
                <a:lnTo>
                  <a:pt x="1389" y="1622"/>
                </a:lnTo>
                <a:lnTo>
                  <a:pt x="1397" y="1654"/>
                </a:lnTo>
                <a:lnTo>
                  <a:pt x="1406" y="1686"/>
                </a:lnTo>
                <a:lnTo>
                  <a:pt x="1415" y="1717"/>
                </a:lnTo>
                <a:lnTo>
                  <a:pt x="1425" y="1748"/>
                </a:lnTo>
                <a:lnTo>
                  <a:pt x="1436" y="1778"/>
                </a:lnTo>
                <a:lnTo>
                  <a:pt x="1448" y="1808"/>
                </a:lnTo>
                <a:lnTo>
                  <a:pt x="1461" y="1839"/>
                </a:lnTo>
                <a:lnTo>
                  <a:pt x="1474" y="1868"/>
                </a:lnTo>
                <a:lnTo>
                  <a:pt x="1488" y="1897"/>
                </a:lnTo>
                <a:lnTo>
                  <a:pt x="1503" y="1925"/>
                </a:lnTo>
                <a:lnTo>
                  <a:pt x="1517" y="1954"/>
                </a:lnTo>
                <a:lnTo>
                  <a:pt x="1533" y="1983"/>
                </a:lnTo>
                <a:lnTo>
                  <a:pt x="1550" y="2010"/>
                </a:lnTo>
                <a:lnTo>
                  <a:pt x="1568" y="2036"/>
                </a:lnTo>
                <a:lnTo>
                  <a:pt x="1586" y="2063"/>
                </a:lnTo>
                <a:lnTo>
                  <a:pt x="1604" y="2089"/>
                </a:lnTo>
                <a:lnTo>
                  <a:pt x="1623" y="2115"/>
                </a:lnTo>
                <a:lnTo>
                  <a:pt x="1643" y="2140"/>
                </a:lnTo>
                <a:lnTo>
                  <a:pt x="1664" y="2165"/>
                </a:lnTo>
                <a:lnTo>
                  <a:pt x="1685" y="2189"/>
                </a:lnTo>
                <a:lnTo>
                  <a:pt x="1706" y="2213"/>
                </a:lnTo>
                <a:lnTo>
                  <a:pt x="1728" y="2237"/>
                </a:lnTo>
                <a:lnTo>
                  <a:pt x="1751" y="2259"/>
                </a:lnTo>
                <a:lnTo>
                  <a:pt x="1774" y="2282"/>
                </a:lnTo>
                <a:lnTo>
                  <a:pt x="1797" y="2303"/>
                </a:lnTo>
                <a:lnTo>
                  <a:pt x="1822" y="2324"/>
                </a:lnTo>
                <a:lnTo>
                  <a:pt x="1847" y="2345"/>
                </a:lnTo>
                <a:lnTo>
                  <a:pt x="1873" y="2365"/>
                </a:lnTo>
                <a:lnTo>
                  <a:pt x="1899" y="2384"/>
                </a:lnTo>
                <a:lnTo>
                  <a:pt x="1925" y="2403"/>
                </a:lnTo>
                <a:lnTo>
                  <a:pt x="1952" y="2421"/>
                </a:lnTo>
                <a:lnTo>
                  <a:pt x="1979" y="2438"/>
                </a:lnTo>
                <a:lnTo>
                  <a:pt x="2007" y="2455"/>
                </a:lnTo>
                <a:lnTo>
                  <a:pt x="2035" y="2472"/>
                </a:lnTo>
                <a:lnTo>
                  <a:pt x="2063" y="2487"/>
                </a:lnTo>
                <a:lnTo>
                  <a:pt x="2092" y="2502"/>
                </a:lnTo>
                <a:lnTo>
                  <a:pt x="2121" y="2517"/>
                </a:lnTo>
                <a:lnTo>
                  <a:pt x="2152" y="2530"/>
                </a:lnTo>
                <a:lnTo>
                  <a:pt x="2181" y="2542"/>
                </a:lnTo>
                <a:lnTo>
                  <a:pt x="2212" y="2555"/>
                </a:lnTo>
                <a:lnTo>
                  <a:pt x="2243" y="2566"/>
                </a:lnTo>
                <a:lnTo>
                  <a:pt x="2274" y="2577"/>
                </a:lnTo>
                <a:lnTo>
                  <a:pt x="2306" y="2587"/>
                </a:lnTo>
                <a:lnTo>
                  <a:pt x="2338" y="2596"/>
                </a:lnTo>
                <a:lnTo>
                  <a:pt x="2370" y="2605"/>
                </a:lnTo>
                <a:lnTo>
                  <a:pt x="2402" y="2613"/>
                </a:lnTo>
                <a:lnTo>
                  <a:pt x="2436" y="2620"/>
                </a:lnTo>
                <a:lnTo>
                  <a:pt x="2469" y="2626"/>
                </a:lnTo>
                <a:lnTo>
                  <a:pt x="2503" y="2631"/>
                </a:lnTo>
                <a:lnTo>
                  <a:pt x="2536" y="2636"/>
                </a:lnTo>
                <a:lnTo>
                  <a:pt x="2570" y="2640"/>
                </a:lnTo>
                <a:lnTo>
                  <a:pt x="2605" y="2643"/>
                </a:lnTo>
                <a:lnTo>
                  <a:pt x="2639" y="2645"/>
                </a:lnTo>
                <a:lnTo>
                  <a:pt x="2673" y="2646"/>
                </a:lnTo>
                <a:lnTo>
                  <a:pt x="2708" y="26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60148" y="486187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姓名：许皓宸</a:t>
            </a:r>
          </a:p>
        </p:txBody>
      </p:sp>
      <p:sp>
        <p:nvSpPr>
          <p:cNvPr id="12" name="椭圆 11"/>
          <p:cNvSpPr/>
          <p:nvPr/>
        </p:nvSpPr>
        <p:spPr>
          <a:xfrm>
            <a:off x="6491507" y="4892657"/>
            <a:ext cx="307777" cy="3077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KSO_Shape"/>
          <p:cNvSpPr/>
          <p:nvPr/>
        </p:nvSpPr>
        <p:spPr bwMode="auto">
          <a:xfrm>
            <a:off x="6552923" y="4935201"/>
            <a:ext cx="234822" cy="222688"/>
          </a:xfrm>
          <a:custGeom>
            <a:avLst/>
            <a:gdLst/>
            <a:ahLst/>
            <a:cxnLst/>
            <a:rect l="0" t="0" r="r" b="b"/>
            <a:pathLst>
              <a:path w="1917701" h="1819275">
                <a:moveTo>
                  <a:pt x="711992" y="795933"/>
                </a:moveTo>
                <a:lnTo>
                  <a:pt x="722042" y="796197"/>
                </a:lnTo>
                <a:lnTo>
                  <a:pt x="731828" y="796462"/>
                </a:lnTo>
                <a:lnTo>
                  <a:pt x="742143" y="796991"/>
                </a:lnTo>
                <a:lnTo>
                  <a:pt x="751929" y="797784"/>
                </a:lnTo>
                <a:lnTo>
                  <a:pt x="761979" y="798577"/>
                </a:lnTo>
                <a:lnTo>
                  <a:pt x="771765" y="799635"/>
                </a:lnTo>
                <a:lnTo>
                  <a:pt x="781551" y="800957"/>
                </a:lnTo>
                <a:lnTo>
                  <a:pt x="791337" y="802544"/>
                </a:lnTo>
                <a:lnTo>
                  <a:pt x="800858" y="804130"/>
                </a:lnTo>
                <a:lnTo>
                  <a:pt x="810644" y="805981"/>
                </a:lnTo>
                <a:lnTo>
                  <a:pt x="820166" y="807832"/>
                </a:lnTo>
                <a:lnTo>
                  <a:pt x="829687" y="810212"/>
                </a:lnTo>
                <a:lnTo>
                  <a:pt x="839473" y="812592"/>
                </a:lnTo>
                <a:lnTo>
                  <a:pt x="848994" y="814972"/>
                </a:lnTo>
                <a:lnTo>
                  <a:pt x="858252" y="817616"/>
                </a:lnTo>
                <a:lnTo>
                  <a:pt x="867773" y="820525"/>
                </a:lnTo>
                <a:lnTo>
                  <a:pt x="886551" y="826871"/>
                </a:lnTo>
                <a:lnTo>
                  <a:pt x="905065" y="833746"/>
                </a:lnTo>
                <a:lnTo>
                  <a:pt x="923315" y="841415"/>
                </a:lnTo>
                <a:lnTo>
                  <a:pt x="941300" y="849612"/>
                </a:lnTo>
                <a:lnTo>
                  <a:pt x="959284" y="858603"/>
                </a:lnTo>
                <a:lnTo>
                  <a:pt x="976740" y="868122"/>
                </a:lnTo>
                <a:lnTo>
                  <a:pt x="993932" y="878170"/>
                </a:lnTo>
                <a:lnTo>
                  <a:pt x="1011123" y="889012"/>
                </a:lnTo>
                <a:lnTo>
                  <a:pt x="1003189" y="891392"/>
                </a:lnTo>
                <a:lnTo>
                  <a:pt x="995254" y="893772"/>
                </a:lnTo>
                <a:lnTo>
                  <a:pt x="987055" y="896416"/>
                </a:lnTo>
                <a:lnTo>
                  <a:pt x="979121" y="899325"/>
                </a:lnTo>
                <a:lnTo>
                  <a:pt x="971186" y="902762"/>
                </a:lnTo>
                <a:lnTo>
                  <a:pt x="962987" y="905936"/>
                </a:lnTo>
                <a:lnTo>
                  <a:pt x="955053" y="909638"/>
                </a:lnTo>
                <a:lnTo>
                  <a:pt x="947383" y="913604"/>
                </a:lnTo>
                <a:lnTo>
                  <a:pt x="939448" y="917835"/>
                </a:lnTo>
                <a:lnTo>
                  <a:pt x="932043" y="922066"/>
                </a:lnTo>
                <a:lnTo>
                  <a:pt x="924637" y="926826"/>
                </a:lnTo>
                <a:lnTo>
                  <a:pt x="917231" y="931850"/>
                </a:lnTo>
                <a:lnTo>
                  <a:pt x="910090" y="936874"/>
                </a:lnTo>
                <a:lnTo>
                  <a:pt x="902949" y="942427"/>
                </a:lnTo>
                <a:lnTo>
                  <a:pt x="896073" y="948509"/>
                </a:lnTo>
                <a:lnTo>
                  <a:pt x="889461" y="954326"/>
                </a:lnTo>
                <a:lnTo>
                  <a:pt x="883113" y="960937"/>
                </a:lnTo>
                <a:lnTo>
                  <a:pt x="877030" y="967812"/>
                </a:lnTo>
                <a:lnTo>
                  <a:pt x="871211" y="974952"/>
                </a:lnTo>
                <a:lnTo>
                  <a:pt x="865393" y="982356"/>
                </a:lnTo>
                <a:lnTo>
                  <a:pt x="859838" y="990024"/>
                </a:lnTo>
                <a:lnTo>
                  <a:pt x="854813" y="998486"/>
                </a:lnTo>
                <a:lnTo>
                  <a:pt x="850052" y="1006683"/>
                </a:lnTo>
                <a:lnTo>
                  <a:pt x="845556" y="1015674"/>
                </a:lnTo>
                <a:lnTo>
                  <a:pt x="841324" y="1025193"/>
                </a:lnTo>
                <a:lnTo>
                  <a:pt x="837886" y="1034713"/>
                </a:lnTo>
                <a:lnTo>
                  <a:pt x="834183" y="1044761"/>
                </a:lnTo>
                <a:lnTo>
                  <a:pt x="831274" y="1055074"/>
                </a:lnTo>
                <a:lnTo>
                  <a:pt x="828629" y="1066180"/>
                </a:lnTo>
                <a:lnTo>
                  <a:pt x="826249" y="1077550"/>
                </a:lnTo>
                <a:lnTo>
                  <a:pt x="824398" y="1089185"/>
                </a:lnTo>
                <a:lnTo>
                  <a:pt x="823340" y="1101349"/>
                </a:lnTo>
                <a:lnTo>
                  <a:pt x="822017" y="1115893"/>
                </a:lnTo>
                <a:lnTo>
                  <a:pt x="821488" y="1129907"/>
                </a:lnTo>
                <a:lnTo>
                  <a:pt x="821488" y="1143129"/>
                </a:lnTo>
                <a:lnTo>
                  <a:pt x="821753" y="1156086"/>
                </a:lnTo>
                <a:lnTo>
                  <a:pt x="822546" y="1168514"/>
                </a:lnTo>
                <a:lnTo>
                  <a:pt x="824133" y="1180413"/>
                </a:lnTo>
                <a:lnTo>
                  <a:pt x="825984" y="1192048"/>
                </a:lnTo>
                <a:lnTo>
                  <a:pt x="828100" y="1203154"/>
                </a:lnTo>
                <a:lnTo>
                  <a:pt x="830745" y="1213731"/>
                </a:lnTo>
                <a:lnTo>
                  <a:pt x="833654" y="1224044"/>
                </a:lnTo>
                <a:lnTo>
                  <a:pt x="836828" y="1233828"/>
                </a:lnTo>
                <a:lnTo>
                  <a:pt x="840531" y="1243348"/>
                </a:lnTo>
                <a:lnTo>
                  <a:pt x="844763" y="1252338"/>
                </a:lnTo>
                <a:lnTo>
                  <a:pt x="848994" y="1260800"/>
                </a:lnTo>
                <a:lnTo>
                  <a:pt x="853491" y="1269262"/>
                </a:lnTo>
                <a:lnTo>
                  <a:pt x="858516" y="1276930"/>
                </a:lnTo>
                <a:lnTo>
                  <a:pt x="863806" y="1284334"/>
                </a:lnTo>
                <a:lnTo>
                  <a:pt x="869360" y="1291474"/>
                </a:lnTo>
                <a:lnTo>
                  <a:pt x="874914" y="1298349"/>
                </a:lnTo>
                <a:lnTo>
                  <a:pt x="880997" y="1304960"/>
                </a:lnTo>
                <a:lnTo>
                  <a:pt x="887080" y="1311042"/>
                </a:lnTo>
                <a:lnTo>
                  <a:pt x="893428" y="1316859"/>
                </a:lnTo>
                <a:lnTo>
                  <a:pt x="900040" y="1322412"/>
                </a:lnTo>
                <a:lnTo>
                  <a:pt x="906652" y="1327436"/>
                </a:lnTo>
                <a:lnTo>
                  <a:pt x="913264" y="1332196"/>
                </a:lnTo>
                <a:lnTo>
                  <a:pt x="920405" y="1336956"/>
                </a:lnTo>
                <a:lnTo>
                  <a:pt x="927546" y="1341187"/>
                </a:lnTo>
                <a:lnTo>
                  <a:pt x="934687" y="1345417"/>
                </a:lnTo>
                <a:lnTo>
                  <a:pt x="941828" y="1349119"/>
                </a:lnTo>
                <a:lnTo>
                  <a:pt x="949234" y="1352821"/>
                </a:lnTo>
                <a:lnTo>
                  <a:pt x="956904" y="1355995"/>
                </a:lnTo>
                <a:lnTo>
                  <a:pt x="964310" y="1358903"/>
                </a:lnTo>
                <a:lnTo>
                  <a:pt x="971715" y="1361812"/>
                </a:lnTo>
                <a:lnTo>
                  <a:pt x="979121" y="1364456"/>
                </a:lnTo>
                <a:lnTo>
                  <a:pt x="986526" y="1366836"/>
                </a:lnTo>
                <a:lnTo>
                  <a:pt x="993932" y="1368952"/>
                </a:lnTo>
                <a:lnTo>
                  <a:pt x="1008479" y="1372654"/>
                </a:lnTo>
                <a:lnTo>
                  <a:pt x="1023025" y="1375562"/>
                </a:lnTo>
                <a:lnTo>
                  <a:pt x="1037043" y="1378471"/>
                </a:lnTo>
                <a:lnTo>
                  <a:pt x="1050532" y="1380058"/>
                </a:lnTo>
                <a:lnTo>
                  <a:pt x="1063227" y="1381380"/>
                </a:lnTo>
                <a:lnTo>
                  <a:pt x="1075129" y="1382438"/>
                </a:lnTo>
                <a:lnTo>
                  <a:pt x="1086237" y="1382702"/>
                </a:lnTo>
                <a:lnTo>
                  <a:pt x="1096287" y="1383231"/>
                </a:lnTo>
                <a:lnTo>
                  <a:pt x="1105015" y="1383495"/>
                </a:lnTo>
                <a:lnTo>
                  <a:pt x="1112421" y="1383231"/>
                </a:lnTo>
                <a:lnTo>
                  <a:pt x="1122736" y="1382702"/>
                </a:lnTo>
                <a:lnTo>
                  <a:pt x="1126703" y="1382438"/>
                </a:lnTo>
                <a:lnTo>
                  <a:pt x="1126703" y="1394337"/>
                </a:lnTo>
                <a:lnTo>
                  <a:pt x="1126968" y="1406236"/>
                </a:lnTo>
                <a:lnTo>
                  <a:pt x="1127232" y="1417607"/>
                </a:lnTo>
                <a:lnTo>
                  <a:pt x="1128025" y="1428977"/>
                </a:lnTo>
                <a:lnTo>
                  <a:pt x="1129083" y="1439554"/>
                </a:lnTo>
                <a:lnTo>
                  <a:pt x="1130141" y="1450131"/>
                </a:lnTo>
                <a:lnTo>
                  <a:pt x="1131728" y="1460444"/>
                </a:lnTo>
                <a:lnTo>
                  <a:pt x="1133580" y="1470228"/>
                </a:lnTo>
                <a:lnTo>
                  <a:pt x="1135431" y="1480012"/>
                </a:lnTo>
                <a:lnTo>
                  <a:pt x="1137547" y="1489267"/>
                </a:lnTo>
                <a:lnTo>
                  <a:pt x="1139927" y="1498522"/>
                </a:lnTo>
                <a:lnTo>
                  <a:pt x="1142572" y="1507513"/>
                </a:lnTo>
                <a:lnTo>
                  <a:pt x="1145481" y="1515710"/>
                </a:lnTo>
                <a:lnTo>
                  <a:pt x="1148391" y="1524172"/>
                </a:lnTo>
                <a:lnTo>
                  <a:pt x="1151564" y="1532105"/>
                </a:lnTo>
                <a:lnTo>
                  <a:pt x="1155003" y="1539773"/>
                </a:lnTo>
                <a:lnTo>
                  <a:pt x="1158441" y="1547442"/>
                </a:lnTo>
                <a:lnTo>
                  <a:pt x="1162408" y="1554581"/>
                </a:lnTo>
                <a:lnTo>
                  <a:pt x="1166111" y="1561721"/>
                </a:lnTo>
                <a:lnTo>
                  <a:pt x="1170078" y="1568596"/>
                </a:lnTo>
                <a:lnTo>
                  <a:pt x="1174575" y="1575207"/>
                </a:lnTo>
                <a:lnTo>
                  <a:pt x="1178806" y="1581553"/>
                </a:lnTo>
                <a:lnTo>
                  <a:pt x="1183038" y="1587370"/>
                </a:lnTo>
                <a:lnTo>
                  <a:pt x="1187799" y="1593452"/>
                </a:lnTo>
                <a:lnTo>
                  <a:pt x="1192560" y="1599005"/>
                </a:lnTo>
                <a:lnTo>
                  <a:pt x="1197320" y="1604558"/>
                </a:lnTo>
                <a:lnTo>
                  <a:pt x="1202346" y="1609582"/>
                </a:lnTo>
                <a:lnTo>
                  <a:pt x="1207635" y="1614607"/>
                </a:lnTo>
                <a:lnTo>
                  <a:pt x="1212660" y="1619366"/>
                </a:lnTo>
                <a:lnTo>
                  <a:pt x="1217950" y="1624126"/>
                </a:lnTo>
                <a:lnTo>
                  <a:pt x="1223240" y="1628357"/>
                </a:lnTo>
                <a:lnTo>
                  <a:pt x="1229058" y="1632852"/>
                </a:lnTo>
                <a:lnTo>
                  <a:pt x="1234348" y="1636819"/>
                </a:lnTo>
                <a:lnTo>
                  <a:pt x="1239902" y="1640521"/>
                </a:lnTo>
                <a:lnTo>
                  <a:pt x="1245721" y="1644487"/>
                </a:lnTo>
                <a:lnTo>
                  <a:pt x="1251540" y="1647660"/>
                </a:lnTo>
                <a:lnTo>
                  <a:pt x="1263177" y="1654271"/>
                </a:lnTo>
                <a:lnTo>
                  <a:pt x="1274814" y="1660353"/>
                </a:lnTo>
                <a:lnTo>
                  <a:pt x="1286716" y="1665377"/>
                </a:lnTo>
                <a:lnTo>
                  <a:pt x="1298882" y="1670137"/>
                </a:lnTo>
                <a:lnTo>
                  <a:pt x="1310784" y="1673839"/>
                </a:lnTo>
                <a:lnTo>
                  <a:pt x="1322686" y="1677541"/>
                </a:lnTo>
                <a:lnTo>
                  <a:pt x="1334588" y="1680714"/>
                </a:lnTo>
                <a:lnTo>
                  <a:pt x="1346225" y="1683094"/>
                </a:lnTo>
                <a:lnTo>
                  <a:pt x="1357862" y="1685474"/>
                </a:lnTo>
                <a:lnTo>
                  <a:pt x="1368971" y="1687325"/>
                </a:lnTo>
                <a:lnTo>
                  <a:pt x="1380079" y="1688382"/>
                </a:lnTo>
                <a:lnTo>
                  <a:pt x="1390658" y="1689705"/>
                </a:lnTo>
                <a:lnTo>
                  <a:pt x="1401238" y="1690498"/>
                </a:lnTo>
                <a:lnTo>
                  <a:pt x="1411024" y="1690762"/>
                </a:lnTo>
                <a:lnTo>
                  <a:pt x="1411817" y="1709537"/>
                </a:lnTo>
                <a:lnTo>
                  <a:pt x="1412346" y="1728311"/>
                </a:lnTo>
                <a:lnTo>
                  <a:pt x="1412875" y="1747086"/>
                </a:lnTo>
                <a:lnTo>
                  <a:pt x="1412875" y="1766125"/>
                </a:lnTo>
                <a:lnTo>
                  <a:pt x="1412346" y="1792832"/>
                </a:lnTo>
                <a:lnTo>
                  <a:pt x="1411553" y="1819275"/>
                </a:lnTo>
                <a:lnTo>
                  <a:pt x="793" y="1811078"/>
                </a:lnTo>
                <a:lnTo>
                  <a:pt x="264" y="1784635"/>
                </a:lnTo>
                <a:lnTo>
                  <a:pt x="0" y="1757928"/>
                </a:lnTo>
                <a:lnTo>
                  <a:pt x="529" y="1733071"/>
                </a:lnTo>
                <a:lnTo>
                  <a:pt x="1058" y="1708215"/>
                </a:lnTo>
                <a:lnTo>
                  <a:pt x="2645" y="1683623"/>
                </a:lnTo>
                <a:lnTo>
                  <a:pt x="4232" y="1659031"/>
                </a:lnTo>
                <a:lnTo>
                  <a:pt x="6612" y="1634968"/>
                </a:lnTo>
                <a:lnTo>
                  <a:pt x="8992" y="1610905"/>
                </a:lnTo>
                <a:lnTo>
                  <a:pt x="12166" y="1587106"/>
                </a:lnTo>
                <a:lnTo>
                  <a:pt x="15340" y="1563307"/>
                </a:lnTo>
                <a:lnTo>
                  <a:pt x="19307" y="1539773"/>
                </a:lnTo>
                <a:lnTo>
                  <a:pt x="23804" y="1516503"/>
                </a:lnTo>
                <a:lnTo>
                  <a:pt x="28300" y="1493762"/>
                </a:lnTo>
                <a:lnTo>
                  <a:pt x="33590" y="1470757"/>
                </a:lnTo>
                <a:lnTo>
                  <a:pt x="38879" y="1448280"/>
                </a:lnTo>
                <a:lnTo>
                  <a:pt x="44962" y="1425804"/>
                </a:lnTo>
                <a:lnTo>
                  <a:pt x="51045" y="1403856"/>
                </a:lnTo>
                <a:lnTo>
                  <a:pt x="57658" y="1382173"/>
                </a:lnTo>
                <a:lnTo>
                  <a:pt x="64799" y="1360754"/>
                </a:lnTo>
                <a:lnTo>
                  <a:pt x="72204" y="1339336"/>
                </a:lnTo>
                <a:lnTo>
                  <a:pt x="79874" y="1318710"/>
                </a:lnTo>
                <a:lnTo>
                  <a:pt x="88073" y="1298085"/>
                </a:lnTo>
                <a:lnTo>
                  <a:pt x="96272" y="1277459"/>
                </a:lnTo>
                <a:lnTo>
                  <a:pt x="105265" y="1257627"/>
                </a:lnTo>
                <a:lnTo>
                  <a:pt x="114522" y="1238059"/>
                </a:lnTo>
                <a:lnTo>
                  <a:pt x="123779" y="1218491"/>
                </a:lnTo>
                <a:lnTo>
                  <a:pt x="133565" y="1199452"/>
                </a:lnTo>
                <a:lnTo>
                  <a:pt x="143615" y="1180678"/>
                </a:lnTo>
                <a:lnTo>
                  <a:pt x="153930" y="1162432"/>
                </a:lnTo>
                <a:lnTo>
                  <a:pt x="165038" y="1144451"/>
                </a:lnTo>
                <a:lnTo>
                  <a:pt x="176147" y="1126734"/>
                </a:lnTo>
                <a:lnTo>
                  <a:pt x="187255" y="1109546"/>
                </a:lnTo>
                <a:lnTo>
                  <a:pt x="198892" y="1092623"/>
                </a:lnTo>
                <a:lnTo>
                  <a:pt x="210794" y="1075964"/>
                </a:lnTo>
                <a:lnTo>
                  <a:pt x="222960" y="1059834"/>
                </a:lnTo>
                <a:lnTo>
                  <a:pt x="235391" y="1044232"/>
                </a:lnTo>
                <a:lnTo>
                  <a:pt x="248351" y="1028895"/>
                </a:lnTo>
                <a:lnTo>
                  <a:pt x="261310" y="1013823"/>
                </a:lnTo>
                <a:lnTo>
                  <a:pt x="274799" y="999544"/>
                </a:lnTo>
                <a:lnTo>
                  <a:pt x="288288" y="985529"/>
                </a:lnTo>
                <a:lnTo>
                  <a:pt x="302041" y="971779"/>
                </a:lnTo>
                <a:lnTo>
                  <a:pt x="316059" y="958557"/>
                </a:lnTo>
                <a:lnTo>
                  <a:pt x="330341" y="946129"/>
                </a:lnTo>
                <a:lnTo>
                  <a:pt x="344888" y="933965"/>
                </a:lnTo>
                <a:lnTo>
                  <a:pt x="359963" y="922066"/>
                </a:lnTo>
                <a:lnTo>
                  <a:pt x="374774" y="910695"/>
                </a:lnTo>
                <a:lnTo>
                  <a:pt x="389850" y="899589"/>
                </a:lnTo>
                <a:lnTo>
                  <a:pt x="405454" y="889541"/>
                </a:lnTo>
                <a:lnTo>
                  <a:pt x="420794" y="879757"/>
                </a:lnTo>
                <a:lnTo>
                  <a:pt x="436664" y="870238"/>
                </a:lnTo>
                <a:lnTo>
                  <a:pt x="452533" y="861511"/>
                </a:lnTo>
                <a:lnTo>
                  <a:pt x="468666" y="853314"/>
                </a:lnTo>
                <a:lnTo>
                  <a:pt x="485064" y="845646"/>
                </a:lnTo>
                <a:lnTo>
                  <a:pt x="501727" y="838242"/>
                </a:lnTo>
                <a:lnTo>
                  <a:pt x="518389" y="831631"/>
                </a:lnTo>
                <a:lnTo>
                  <a:pt x="535316" y="825285"/>
                </a:lnTo>
                <a:lnTo>
                  <a:pt x="552243" y="819732"/>
                </a:lnTo>
                <a:lnTo>
                  <a:pt x="569435" y="814972"/>
                </a:lnTo>
                <a:lnTo>
                  <a:pt x="586891" y="810477"/>
                </a:lnTo>
                <a:lnTo>
                  <a:pt x="604347" y="806510"/>
                </a:lnTo>
                <a:lnTo>
                  <a:pt x="622067" y="803337"/>
                </a:lnTo>
                <a:lnTo>
                  <a:pt x="639787" y="800693"/>
                </a:lnTo>
                <a:lnTo>
                  <a:pt x="657508" y="798577"/>
                </a:lnTo>
                <a:lnTo>
                  <a:pt x="675757" y="796991"/>
                </a:lnTo>
                <a:lnTo>
                  <a:pt x="693742" y="796197"/>
                </a:lnTo>
                <a:lnTo>
                  <a:pt x="711992" y="795933"/>
                </a:lnTo>
                <a:close/>
                <a:moveTo>
                  <a:pt x="1463280" y="660400"/>
                </a:moveTo>
                <a:lnTo>
                  <a:pt x="1469893" y="660400"/>
                </a:lnTo>
                <a:lnTo>
                  <a:pt x="1477034" y="660665"/>
                </a:lnTo>
                <a:lnTo>
                  <a:pt x="1483912" y="660929"/>
                </a:lnTo>
                <a:lnTo>
                  <a:pt x="1490789" y="661988"/>
                </a:lnTo>
                <a:lnTo>
                  <a:pt x="1497666" y="663046"/>
                </a:lnTo>
                <a:lnTo>
                  <a:pt x="1504279" y="664898"/>
                </a:lnTo>
                <a:lnTo>
                  <a:pt x="1510891" y="666750"/>
                </a:lnTo>
                <a:lnTo>
                  <a:pt x="1516975" y="668867"/>
                </a:lnTo>
                <a:lnTo>
                  <a:pt x="1523323" y="671248"/>
                </a:lnTo>
                <a:lnTo>
                  <a:pt x="1529142" y="673894"/>
                </a:lnTo>
                <a:lnTo>
                  <a:pt x="1535226" y="676804"/>
                </a:lnTo>
                <a:lnTo>
                  <a:pt x="1540780" y="679979"/>
                </a:lnTo>
                <a:lnTo>
                  <a:pt x="1546599" y="683683"/>
                </a:lnTo>
                <a:lnTo>
                  <a:pt x="1551625" y="687123"/>
                </a:lnTo>
                <a:lnTo>
                  <a:pt x="1556915" y="691356"/>
                </a:lnTo>
                <a:lnTo>
                  <a:pt x="1561676" y="695590"/>
                </a:lnTo>
                <a:lnTo>
                  <a:pt x="1566437" y="700088"/>
                </a:lnTo>
                <a:lnTo>
                  <a:pt x="1570934" y="704850"/>
                </a:lnTo>
                <a:lnTo>
                  <a:pt x="1575431" y="709613"/>
                </a:lnTo>
                <a:lnTo>
                  <a:pt x="1579134" y="714640"/>
                </a:lnTo>
                <a:lnTo>
                  <a:pt x="1583101" y="719931"/>
                </a:lnTo>
                <a:lnTo>
                  <a:pt x="1586540" y="725223"/>
                </a:lnTo>
                <a:lnTo>
                  <a:pt x="1589978" y="731044"/>
                </a:lnTo>
                <a:lnTo>
                  <a:pt x="1592888" y="736600"/>
                </a:lnTo>
                <a:lnTo>
                  <a:pt x="1595533" y="742685"/>
                </a:lnTo>
                <a:lnTo>
                  <a:pt x="1597914" y="748771"/>
                </a:lnTo>
                <a:lnTo>
                  <a:pt x="1600030" y="754856"/>
                </a:lnTo>
                <a:lnTo>
                  <a:pt x="1601881" y="761206"/>
                </a:lnTo>
                <a:lnTo>
                  <a:pt x="1603204" y="767556"/>
                </a:lnTo>
                <a:lnTo>
                  <a:pt x="1604526" y="774435"/>
                </a:lnTo>
                <a:lnTo>
                  <a:pt x="1605320" y="781050"/>
                </a:lnTo>
                <a:lnTo>
                  <a:pt x="1605584" y="787665"/>
                </a:lnTo>
                <a:lnTo>
                  <a:pt x="1605849" y="794544"/>
                </a:lnTo>
                <a:lnTo>
                  <a:pt x="1604791" y="967581"/>
                </a:lnTo>
                <a:lnTo>
                  <a:pt x="1781745" y="968375"/>
                </a:lnTo>
                <a:lnTo>
                  <a:pt x="1788887" y="968640"/>
                </a:lnTo>
                <a:lnTo>
                  <a:pt x="1795764" y="969169"/>
                </a:lnTo>
                <a:lnTo>
                  <a:pt x="1802641" y="970227"/>
                </a:lnTo>
                <a:lnTo>
                  <a:pt x="1809518" y="971285"/>
                </a:lnTo>
                <a:lnTo>
                  <a:pt x="1815866" y="972873"/>
                </a:lnTo>
                <a:lnTo>
                  <a:pt x="1822479" y="974725"/>
                </a:lnTo>
                <a:lnTo>
                  <a:pt x="1828827" y="977106"/>
                </a:lnTo>
                <a:lnTo>
                  <a:pt x="1834911" y="979488"/>
                </a:lnTo>
                <a:lnTo>
                  <a:pt x="1840994" y="982133"/>
                </a:lnTo>
                <a:lnTo>
                  <a:pt x="1846813" y="985044"/>
                </a:lnTo>
                <a:lnTo>
                  <a:pt x="1852633" y="988219"/>
                </a:lnTo>
                <a:lnTo>
                  <a:pt x="1857923" y="991923"/>
                </a:lnTo>
                <a:lnTo>
                  <a:pt x="1863213" y="995363"/>
                </a:lnTo>
                <a:lnTo>
                  <a:pt x="1868503" y="999596"/>
                </a:lnTo>
                <a:lnTo>
                  <a:pt x="1873264" y="1003829"/>
                </a:lnTo>
                <a:lnTo>
                  <a:pt x="1878025" y="1008327"/>
                </a:lnTo>
                <a:lnTo>
                  <a:pt x="1882522" y="1012825"/>
                </a:lnTo>
                <a:lnTo>
                  <a:pt x="1886754" y="1017852"/>
                </a:lnTo>
                <a:lnTo>
                  <a:pt x="1890986" y="1022879"/>
                </a:lnTo>
                <a:lnTo>
                  <a:pt x="1894689" y="1027906"/>
                </a:lnTo>
                <a:lnTo>
                  <a:pt x="1898128" y="1033463"/>
                </a:lnTo>
                <a:lnTo>
                  <a:pt x="1901302" y="1039283"/>
                </a:lnTo>
                <a:lnTo>
                  <a:pt x="1904211" y="1044840"/>
                </a:lnTo>
                <a:lnTo>
                  <a:pt x="1907385" y="1050660"/>
                </a:lnTo>
                <a:lnTo>
                  <a:pt x="1909766" y="1056746"/>
                </a:lnTo>
                <a:lnTo>
                  <a:pt x="1911882" y="1063096"/>
                </a:lnTo>
                <a:lnTo>
                  <a:pt x="1913469" y="1069181"/>
                </a:lnTo>
                <a:lnTo>
                  <a:pt x="1915056" y="1075796"/>
                </a:lnTo>
                <a:lnTo>
                  <a:pt x="1916114" y="1082410"/>
                </a:lnTo>
                <a:lnTo>
                  <a:pt x="1916908" y="1089290"/>
                </a:lnTo>
                <a:lnTo>
                  <a:pt x="1917436" y="1095640"/>
                </a:lnTo>
                <a:lnTo>
                  <a:pt x="1917701" y="1102783"/>
                </a:lnTo>
                <a:lnTo>
                  <a:pt x="1917436" y="1109663"/>
                </a:lnTo>
                <a:lnTo>
                  <a:pt x="1916908" y="1116277"/>
                </a:lnTo>
                <a:lnTo>
                  <a:pt x="1915849" y="1123156"/>
                </a:lnTo>
                <a:lnTo>
                  <a:pt x="1914791" y="1129506"/>
                </a:lnTo>
                <a:lnTo>
                  <a:pt x="1913204" y="1136121"/>
                </a:lnTo>
                <a:lnTo>
                  <a:pt x="1911088" y="1142471"/>
                </a:lnTo>
                <a:lnTo>
                  <a:pt x="1908972" y="1148556"/>
                </a:lnTo>
                <a:lnTo>
                  <a:pt x="1906592" y="1154642"/>
                </a:lnTo>
                <a:lnTo>
                  <a:pt x="1903682" y="1160463"/>
                </a:lnTo>
                <a:lnTo>
                  <a:pt x="1900773" y="1166283"/>
                </a:lnTo>
                <a:lnTo>
                  <a:pt x="1897599" y="1171840"/>
                </a:lnTo>
                <a:lnTo>
                  <a:pt x="1893896" y="1177131"/>
                </a:lnTo>
                <a:lnTo>
                  <a:pt x="1889928" y="1182158"/>
                </a:lnTo>
                <a:lnTo>
                  <a:pt x="1885960" y="1187450"/>
                </a:lnTo>
                <a:lnTo>
                  <a:pt x="1881728" y="1192213"/>
                </a:lnTo>
                <a:lnTo>
                  <a:pt x="1876967" y="1196975"/>
                </a:lnTo>
                <a:lnTo>
                  <a:pt x="1872206" y="1201208"/>
                </a:lnTo>
                <a:lnTo>
                  <a:pt x="1867445" y="1205442"/>
                </a:lnTo>
                <a:lnTo>
                  <a:pt x="1862155" y="1209411"/>
                </a:lnTo>
                <a:lnTo>
                  <a:pt x="1856600" y="1212850"/>
                </a:lnTo>
                <a:lnTo>
                  <a:pt x="1851046" y="1216554"/>
                </a:lnTo>
                <a:lnTo>
                  <a:pt x="1845491" y="1219465"/>
                </a:lnTo>
                <a:lnTo>
                  <a:pt x="1839407" y="1222375"/>
                </a:lnTo>
                <a:lnTo>
                  <a:pt x="1833588" y="1225021"/>
                </a:lnTo>
                <a:lnTo>
                  <a:pt x="1827240" y="1227402"/>
                </a:lnTo>
                <a:lnTo>
                  <a:pt x="1821156" y="1229519"/>
                </a:lnTo>
                <a:lnTo>
                  <a:pt x="1814544" y="1231371"/>
                </a:lnTo>
                <a:lnTo>
                  <a:pt x="1807931" y="1232958"/>
                </a:lnTo>
                <a:lnTo>
                  <a:pt x="1801054" y="1234017"/>
                </a:lnTo>
                <a:lnTo>
                  <a:pt x="1794177" y="1234546"/>
                </a:lnTo>
                <a:lnTo>
                  <a:pt x="1787300" y="1235340"/>
                </a:lnTo>
                <a:lnTo>
                  <a:pt x="1780158" y="1235340"/>
                </a:lnTo>
                <a:lnTo>
                  <a:pt x="1603204" y="1234281"/>
                </a:lnTo>
                <a:lnTo>
                  <a:pt x="1602410" y="1407319"/>
                </a:lnTo>
                <a:lnTo>
                  <a:pt x="1602146" y="1413933"/>
                </a:lnTo>
                <a:lnTo>
                  <a:pt x="1601617" y="1420813"/>
                </a:lnTo>
                <a:lnTo>
                  <a:pt x="1600559" y="1427692"/>
                </a:lnTo>
                <a:lnTo>
                  <a:pt x="1599501" y="1434306"/>
                </a:lnTo>
                <a:lnTo>
                  <a:pt x="1597914" y="1440392"/>
                </a:lnTo>
                <a:lnTo>
                  <a:pt x="1595798" y="1446742"/>
                </a:lnTo>
                <a:lnTo>
                  <a:pt x="1593682" y="1453092"/>
                </a:lnTo>
                <a:lnTo>
                  <a:pt x="1591301" y="1459177"/>
                </a:lnTo>
                <a:lnTo>
                  <a:pt x="1588656" y="1464998"/>
                </a:lnTo>
                <a:lnTo>
                  <a:pt x="1585482" y="1470819"/>
                </a:lnTo>
                <a:lnTo>
                  <a:pt x="1582043" y="1476111"/>
                </a:lnTo>
                <a:lnTo>
                  <a:pt x="1578605" y="1481931"/>
                </a:lnTo>
                <a:lnTo>
                  <a:pt x="1574637" y="1486958"/>
                </a:lnTo>
                <a:lnTo>
                  <a:pt x="1570670" y="1491986"/>
                </a:lnTo>
                <a:lnTo>
                  <a:pt x="1566437" y="1496748"/>
                </a:lnTo>
                <a:lnTo>
                  <a:pt x="1561941" y="1501511"/>
                </a:lnTo>
                <a:lnTo>
                  <a:pt x="1557180" y="1505744"/>
                </a:lnTo>
                <a:lnTo>
                  <a:pt x="1552154" y="1509713"/>
                </a:lnTo>
                <a:lnTo>
                  <a:pt x="1546864" y="1513946"/>
                </a:lnTo>
                <a:lnTo>
                  <a:pt x="1541309" y="1517650"/>
                </a:lnTo>
                <a:lnTo>
                  <a:pt x="1536019" y="1521090"/>
                </a:lnTo>
                <a:lnTo>
                  <a:pt x="1530200" y="1524000"/>
                </a:lnTo>
                <a:lnTo>
                  <a:pt x="1524381" y="1527175"/>
                </a:lnTo>
                <a:lnTo>
                  <a:pt x="1518297" y="1529821"/>
                </a:lnTo>
                <a:lnTo>
                  <a:pt x="1511949" y="1532202"/>
                </a:lnTo>
                <a:lnTo>
                  <a:pt x="1505601" y="1534319"/>
                </a:lnTo>
                <a:lnTo>
                  <a:pt x="1499253" y="1535906"/>
                </a:lnTo>
                <a:lnTo>
                  <a:pt x="1492640" y="1537494"/>
                </a:lnTo>
                <a:lnTo>
                  <a:pt x="1485763" y="1538288"/>
                </a:lnTo>
                <a:lnTo>
                  <a:pt x="1478886" y="1539346"/>
                </a:lnTo>
                <a:lnTo>
                  <a:pt x="1472009" y="1539875"/>
                </a:lnTo>
                <a:lnTo>
                  <a:pt x="1464867" y="1539875"/>
                </a:lnTo>
                <a:lnTo>
                  <a:pt x="1458255" y="1539611"/>
                </a:lnTo>
                <a:lnTo>
                  <a:pt x="1451113" y="1539346"/>
                </a:lnTo>
                <a:lnTo>
                  <a:pt x="1444236" y="1538288"/>
                </a:lnTo>
                <a:lnTo>
                  <a:pt x="1437623" y="1536965"/>
                </a:lnTo>
                <a:lnTo>
                  <a:pt x="1431010" y="1535377"/>
                </a:lnTo>
                <a:lnTo>
                  <a:pt x="1424398" y="1533525"/>
                </a:lnTo>
                <a:lnTo>
                  <a:pt x="1418314" y="1531673"/>
                </a:lnTo>
                <a:lnTo>
                  <a:pt x="1411966" y="1529292"/>
                </a:lnTo>
                <a:lnTo>
                  <a:pt x="1406147" y="1526381"/>
                </a:lnTo>
                <a:lnTo>
                  <a:pt x="1400063" y="1523471"/>
                </a:lnTo>
                <a:lnTo>
                  <a:pt x="1394509" y="1520296"/>
                </a:lnTo>
                <a:lnTo>
                  <a:pt x="1388690" y="1516592"/>
                </a:lnTo>
                <a:lnTo>
                  <a:pt x="1383399" y="1512888"/>
                </a:lnTo>
                <a:lnTo>
                  <a:pt x="1378374" y="1508919"/>
                </a:lnTo>
                <a:lnTo>
                  <a:pt x="1373348" y="1504686"/>
                </a:lnTo>
                <a:lnTo>
                  <a:pt x="1368852" y="1500188"/>
                </a:lnTo>
                <a:lnTo>
                  <a:pt x="1364355" y="1495425"/>
                </a:lnTo>
                <a:lnTo>
                  <a:pt x="1359858" y="1490663"/>
                </a:lnTo>
                <a:lnTo>
                  <a:pt x="1356155" y="1485636"/>
                </a:lnTo>
                <a:lnTo>
                  <a:pt x="1352188" y="1480344"/>
                </a:lnTo>
                <a:lnTo>
                  <a:pt x="1348749" y="1475052"/>
                </a:lnTo>
                <a:lnTo>
                  <a:pt x="1345311" y="1469496"/>
                </a:lnTo>
                <a:lnTo>
                  <a:pt x="1342401" y="1463675"/>
                </a:lnTo>
                <a:lnTo>
                  <a:pt x="1339756" y="1457854"/>
                </a:lnTo>
                <a:lnTo>
                  <a:pt x="1337375" y="1451504"/>
                </a:lnTo>
                <a:lnTo>
                  <a:pt x="1335259" y="1445154"/>
                </a:lnTo>
                <a:lnTo>
                  <a:pt x="1333408" y="1439069"/>
                </a:lnTo>
                <a:lnTo>
                  <a:pt x="1332085" y="1432454"/>
                </a:lnTo>
                <a:lnTo>
                  <a:pt x="1330763" y="1425840"/>
                </a:lnTo>
                <a:lnTo>
                  <a:pt x="1329969" y="1419490"/>
                </a:lnTo>
                <a:lnTo>
                  <a:pt x="1329440" y="1412611"/>
                </a:lnTo>
                <a:lnTo>
                  <a:pt x="1329440" y="1405731"/>
                </a:lnTo>
                <a:lnTo>
                  <a:pt x="1330234" y="1232958"/>
                </a:lnTo>
                <a:lnTo>
                  <a:pt x="1153279" y="1231636"/>
                </a:lnTo>
                <a:lnTo>
                  <a:pt x="1146402" y="1231371"/>
                </a:lnTo>
                <a:lnTo>
                  <a:pt x="1139525" y="1231106"/>
                </a:lnTo>
                <a:lnTo>
                  <a:pt x="1132648" y="1230048"/>
                </a:lnTo>
                <a:lnTo>
                  <a:pt x="1125771" y="1228990"/>
                </a:lnTo>
                <a:lnTo>
                  <a:pt x="1119423" y="1227138"/>
                </a:lnTo>
                <a:lnTo>
                  <a:pt x="1112810" y="1225286"/>
                </a:lnTo>
                <a:lnTo>
                  <a:pt x="1106462" y="1223433"/>
                </a:lnTo>
                <a:lnTo>
                  <a:pt x="1100378" y="1221052"/>
                </a:lnTo>
                <a:lnTo>
                  <a:pt x="1094295" y="1218406"/>
                </a:lnTo>
                <a:lnTo>
                  <a:pt x="1088476" y="1215231"/>
                </a:lnTo>
                <a:lnTo>
                  <a:pt x="1082656" y="1212056"/>
                </a:lnTo>
                <a:lnTo>
                  <a:pt x="1077102" y="1208352"/>
                </a:lnTo>
                <a:lnTo>
                  <a:pt x="1071812" y="1204648"/>
                </a:lnTo>
                <a:lnTo>
                  <a:pt x="1066786" y="1200679"/>
                </a:lnTo>
                <a:lnTo>
                  <a:pt x="1062025" y="1196446"/>
                </a:lnTo>
                <a:lnTo>
                  <a:pt x="1057264" y="1192213"/>
                </a:lnTo>
                <a:lnTo>
                  <a:pt x="1052767" y="1187450"/>
                </a:lnTo>
                <a:lnTo>
                  <a:pt x="1048271" y="1182688"/>
                </a:lnTo>
                <a:lnTo>
                  <a:pt x="1044303" y="1177396"/>
                </a:lnTo>
                <a:lnTo>
                  <a:pt x="1040600" y="1172104"/>
                </a:lnTo>
                <a:lnTo>
                  <a:pt x="1036897" y="1166813"/>
                </a:lnTo>
                <a:lnTo>
                  <a:pt x="1033723" y="1161256"/>
                </a:lnTo>
                <a:lnTo>
                  <a:pt x="1030549" y="1155435"/>
                </a:lnTo>
                <a:lnTo>
                  <a:pt x="1027904" y="1149615"/>
                </a:lnTo>
                <a:lnTo>
                  <a:pt x="1025523" y="1143265"/>
                </a:lnTo>
                <a:lnTo>
                  <a:pt x="1023407" y="1137444"/>
                </a:lnTo>
                <a:lnTo>
                  <a:pt x="1021820" y="1130829"/>
                </a:lnTo>
                <a:lnTo>
                  <a:pt x="1020233" y="1124215"/>
                </a:lnTo>
                <a:lnTo>
                  <a:pt x="1019175" y="1117600"/>
                </a:lnTo>
                <a:lnTo>
                  <a:pt x="1018117" y="1111250"/>
                </a:lnTo>
                <a:lnTo>
                  <a:pt x="1017853" y="1104371"/>
                </a:lnTo>
                <a:lnTo>
                  <a:pt x="1017588" y="1097492"/>
                </a:lnTo>
                <a:lnTo>
                  <a:pt x="1017853" y="1090613"/>
                </a:lnTo>
                <a:lnTo>
                  <a:pt x="1018382" y="1083733"/>
                </a:lnTo>
                <a:lnTo>
                  <a:pt x="1019440" y="1077383"/>
                </a:lnTo>
                <a:lnTo>
                  <a:pt x="1020498" y="1070769"/>
                </a:lnTo>
                <a:lnTo>
                  <a:pt x="1022085" y="1064154"/>
                </a:lnTo>
                <a:lnTo>
                  <a:pt x="1024201" y="1057804"/>
                </a:lnTo>
                <a:lnTo>
                  <a:pt x="1026317" y="1051719"/>
                </a:lnTo>
                <a:lnTo>
                  <a:pt x="1028697" y="1045633"/>
                </a:lnTo>
                <a:lnTo>
                  <a:pt x="1031607" y="1039813"/>
                </a:lnTo>
                <a:lnTo>
                  <a:pt x="1034516" y="1033992"/>
                </a:lnTo>
                <a:lnTo>
                  <a:pt x="1037690" y="1028435"/>
                </a:lnTo>
                <a:lnTo>
                  <a:pt x="1041394" y="1023144"/>
                </a:lnTo>
                <a:lnTo>
                  <a:pt x="1045361" y="1017852"/>
                </a:lnTo>
                <a:lnTo>
                  <a:pt x="1049329" y="1012825"/>
                </a:lnTo>
                <a:lnTo>
                  <a:pt x="1053561" y="1008063"/>
                </a:lnTo>
                <a:lnTo>
                  <a:pt x="1058057" y="1003565"/>
                </a:lnTo>
                <a:lnTo>
                  <a:pt x="1062818" y="999067"/>
                </a:lnTo>
                <a:lnTo>
                  <a:pt x="1067844" y="994833"/>
                </a:lnTo>
                <a:lnTo>
                  <a:pt x="1073134" y="990865"/>
                </a:lnTo>
                <a:lnTo>
                  <a:pt x="1078689" y="987160"/>
                </a:lnTo>
                <a:lnTo>
                  <a:pt x="1083979" y="983721"/>
                </a:lnTo>
                <a:lnTo>
                  <a:pt x="1089798" y="980546"/>
                </a:lnTo>
                <a:lnTo>
                  <a:pt x="1095617" y="977635"/>
                </a:lnTo>
                <a:lnTo>
                  <a:pt x="1101701" y="975254"/>
                </a:lnTo>
                <a:lnTo>
                  <a:pt x="1108049" y="972873"/>
                </a:lnTo>
                <a:lnTo>
                  <a:pt x="1114133" y="970756"/>
                </a:lnTo>
                <a:lnTo>
                  <a:pt x="1120745" y="968904"/>
                </a:lnTo>
                <a:lnTo>
                  <a:pt x="1127358" y="967581"/>
                </a:lnTo>
                <a:lnTo>
                  <a:pt x="1134235" y="966258"/>
                </a:lnTo>
                <a:lnTo>
                  <a:pt x="1141112" y="965465"/>
                </a:lnTo>
                <a:lnTo>
                  <a:pt x="1147989" y="965200"/>
                </a:lnTo>
                <a:lnTo>
                  <a:pt x="1155131" y="964935"/>
                </a:lnTo>
                <a:lnTo>
                  <a:pt x="1332085" y="965994"/>
                </a:lnTo>
                <a:lnTo>
                  <a:pt x="1332879" y="793221"/>
                </a:lnTo>
                <a:lnTo>
                  <a:pt x="1333143" y="786342"/>
                </a:lnTo>
                <a:lnTo>
                  <a:pt x="1333672" y="779463"/>
                </a:lnTo>
                <a:lnTo>
                  <a:pt x="1334730" y="772583"/>
                </a:lnTo>
                <a:lnTo>
                  <a:pt x="1335788" y="765969"/>
                </a:lnTo>
                <a:lnTo>
                  <a:pt x="1337375" y="759883"/>
                </a:lnTo>
                <a:lnTo>
                  <a:pt x="1339227" y="753269"/>
                </a:lnTo>
                <a:lnTo>
                  <a:pt x="1341608" y="747448"/>
                </a:lnTo>
                <a:lnTo>
                  <a:pt x="1343988" y="741098"/>
                </a:lnTo>
                <a:lnTo>
                  <a:pt x="1346633" y="735013"/>
                </a:lnTo>
                <a:lnTo>
                  <a:pt x="1349807" y="729456"/>
                </a:lnTo>
                <a:lnTo>
                  <a:pt x="1353246" y="723900"/>
                </a:lnTo>
                <a:lnTo>
                  <a:pt x="1356684" y="718344"/>
                </a:lnTo>
                <a:lnTo>
                  <a:pt x="1360652" y="713317"/>
                </a:lnTo>
                <a:lnTo>
                  <a:pt x="1364355" y="708290"/>
                </a:lnTo>
                <a:lnTo>
                  <a:pt x="1368852" y="703527"/>
                </a:lnTo>
                <a:lnTo>
                  <a:pt x="1373348" y="698765"/>
                </a:lnTo>
                <a:lnTo>
                  <a:pt x="1378109" y="694267"/>
                </a:lnTo>
                <a:lnTo>
                  <a:pt x="1383135" y="690298"/>
                </a:lnTo>
                <a:lnTo>
                  <a:pt x="1388161" y="686329"/>
                </a:lnTo>
                <a:lnTo>
                  <a:pt x="1393451" y="682890"/>
                </a:lnTo>
                <a:lnTo>
                  <a:pt x="1399270" y="679186"/>
                </a:lnTo>
                <a:lnTo>
                  <a:pt x="1404824" y="676275"/>
                </a:lnTo>
                <a:lnTo>
                  <a:pt x="1410908" y="673365"/>
                </a:lnTo>
                <a:lnTo>
                  <a:pt x="1416992" y="670454"/>
                </a:lnTo>
                <a:lnTo>
                  <a:pt x="1423075" y="668073"/>
                </a:lnTo>
                <a:lnTo>
                  <a:pt x="1429688" y="666221"/>
                </a:lnTo>
                <a:lnTo>
                  <a:pt x="1436036" y="664369"/>
                </a:lnTo>
                <a:lnTo>
                  <a:pt x="1442649" y="662781"/>
                </a:lnTo>
                <a:lnTo>
                  <a:pt x="1449261" y="661988"/>
                </a:lnTo>
                <a:lnTo>
                  <a:pt x="1456138" y="660929"/>
                </a:lnTo>
                <a:lnTo>
                  <a:pt x="1463280" y="660400"/>
                </a:lnTo>
                <a:close/>
                <a:moveTo>
                  <a:pt x="714108" y="0"/>
                </a:moveTo>
                <a:lnTo>
                  <a:pt x="723364" y="0"/>
                </a:lnTo>
                <a:lnTo>
                  <a:pt x="732621" y="264"/>
                </a:lnTo>
                <a:lnTo>
                  <a:pt x="741349" y="529"/>
                </a:lnTo>
                <a:lnTo>
                  <a:pt x="750606" y="1058"/>
                </a:lnTo>
                <a:lnTo>
                  <a:pt x="759599" y="2115"/>
                </a:lnTo>
                <a:lnTo>
                  <a:pt x="768591" y="3173"/>
                </a:lnTo>
                <a:lnTo>
                  <a:pt x="777319" y="4495"/>
                </a:lnTo>
                <a:lnTo>
                  <a:pt x="786312" y="5817"/>
                </a:lnTo>
                <a:lnTo>
                  <a:pt x="795040" y="7404"/>
                </a:lnTo>
                <a:lnTo>
                  <a:pt x="803503" y="9520"/>
                </a:lnTo>
                <a:lnTo>
                  <a:pt x="812231" y="11635"/>
                </a:lnTo>
                <a:lnTo>
                  <a:pt x="820959" y="14015"/>
                </a:lnTo>
                <a:lnTo>
                  <a:pt x="829158" y="16395"/>
                </a:lnTo>
                <a:lnTo>
                  <a:pt x="837622" y="19039"/>
                </a:lnTo>
                <a:lnTo>
                  <a:pt x="845821" y="21948"/>
                </a:lnTo>
                <a:lnTo>
                  <a:pt x="853755" y="24856"/>
                </a:lnTo>
                <a:lnTo>
                  <a:pt x="861954" y="28294"/>
                </a:lnTo>
                <a:lnTo>
                  <a:pt x="869889" y="31732"/>
                </a:lnTo>
                <a:lnTo>
                  <a:pt x="877559" y="35434"/>
                </a:lnTo>
                <a:lnTo>
                  <a:pt x="885493" y="39136"/>
                </a:lnTo>
                <a:lnTo>
                  <a:pt x="892899" y="43102"/>
                </a:lnTo>
                <a:lnTo>
                  <a:pt x="900569" y="47333"/>
                </a:lnTo>
                <a:lnTo>
                  <a:pt x="907710" y="51299"/>
                </a:lnTo>
                <a:lnTo>
                  <a:pt x="915116" y="56059"/>
                </a:lnTo>
                <a:lnTo>
                  <a:pt x="922257" y="60554"/>
                </a:lnTo>
                <a:lnTo>
                  <a:pt x="929398" y="65314"/>
                </a:lnTo>
                <a:lnTo>
                  <a:pt x="936274" y="70338"/>
                </a:lnTo>
                <a:lnTo>
                  <a:pt x="943151" y="75362"/>
                </a:lnTo>
                <a:lnTo>
                  <a:pt x="949763" y="80915"/>
                </a:lnTo>
                <a:lnTo>
                  <a:pt x="956111" y="86204"/>
                </a:lnTo>
                <a:lnTo>
                  <a:pt x="962458" y="91757"/>
                </a:lnTo>
                <a:lnTo>
                  <a:pt x="968806" y="97575"/>
                </a:lnTo>
                <a:lnTo>
                  <a:pt x="974889" y="103392"/>
                </a:lnTo>
                <a:lnTo>
                  <a:pt x="980972" y="109474"/>
                </a:lnTo>
                <a:lnTo>
                  <a:pt x="986526" y="115556"/>
                </a:lnTo>
                <a:lnTo>
                  <a:pt x="992080" y="121902"/>
                </a:lnTo>
                <a:lnTo>
                  <a:pt x="997635" y="128513"/>
                </a:lnTo>
                <a:lnTo>
                  <a:pt x="1002924" y="134859"/>
                </a:lnTo>
                <a:lnTo>
                  <a:pt x="1008214" y="141470"/>
                </a:lnTo>
                <a:lnTo>
                  <a:pt x="1013239" y="148345"/>
                </a:lnTo>
                <a:lnTo>
                  <a:pt x="1018000" y="155220"/>
                </a:lnTo>
                <a:lnTo>
                  <a:pt x="1022761" y="162360"/>
                </a:lnTo>
                <a:lnTo>
                  <a:pt x="1027257" y="169499"/>
                </a:lnTo>
                <a:lnTo>
                  <a:pt x="1031489" y="176903"/>
                </a:lnTo>
                <a:lnTo>
                  <a:pt x="1035720" y="184043"/>
                </a:lnTo>
                <a:lnTo>
                  <a:pt x="1039688" y="191711"/>
                </a:lnTo>
                <a:lnTo>
                  <a:pt x="1043655" y="199115"/>
                </a:lnTo>
                <a:lnTo>
                  <a:pt x="1047093" y="206784"/>
                </a:lnTo>
                <a:lnTo>
                  <a:pt x="1050532" y="214717"/>
                </a:lnTo>
                <a:lnTo>
                  <a:pt x="1053705" y="222650"/>
                </a:lnTo>
                <a:lnTo>
                  <a:pt x="1057144" y="230318"/>
                </a:lnTo>
                <a:lnTo>
                  <a:pt x="1059788" y="238780"/>
                </a:lnTo>
                <a:lnTo>
                  <a:pt x="1062433" y="246713"/>
                </a:lnTo>
                <a:lnTo>
                  <a:pt x="1064814" y="255175"/>
                </a:lnTo>
                <a:lnTo>
                  <a:pt x="1067194" y="263372"/>
                </a:lnTo>
                <a:lnTo>
                  <a:pt x="1069310" y="271834"/>
                </a:lnTo>
                <a:lnTo>
                  <a:pt x="1070897" y="280031"/>
                </a:lnTo>
                <a:lnTo>
                  <a:pt x="1072484" y="288757"/>
                </a:lnTo>
                <a:lnTo>
                  <a:pt x="1074071" y="297219"/>
                </a:lnTo>
                <a:lnTo>
                  <a:pt x="1075129" y="305945"/>
                </a:lnTo>
                <a:lnTo>
                  <a:pt x="1076186" y="314936"/>
                </a:lnTo>
                <a:lnTo>
                  <a:pt x="1076980" y="323397"/>
                </a:lnTo>
                <a:lnTo>
                  <a:pt x="1077509" y="332388"/>
                </a:lnTo>
                <a:lnTo>
                  <a:pt x="1077773" y="341379"/>
                </a:lnTo>
                <a:lnTo>
                  <a:pt x="1077773" y="350369"/>
                </a:lnTo>
                <a:lnTo>
                  <a:pt x="1077509" y="359360"/>
                </a:lnTo>
                <a:lnTo>
                  <a:pt x="1077244" y="368350"/>
                </a:lnTo>
                <a:lnTo>
                  <a:pt x="1076716" y="377341"/>
                </a:lnTo>
                <a:lnTo>
                  <a:pt x="1075658" y="385803"/>
                </a:lnTo>
                <a:lnTo>
                  <a:pt x="1074600" y="394793"/>
                </a:lnTo>
                <a:lnTo>
                  <a:pt x="1073277" y="403519"/>
                </a:lnTo>
                <a:lnTo>
                  <a:pt x="1071955" y="411981"/>
                </a:lnTo>
                <a:lnTo>
                  <a:pt x="1070103" y="420707"/>
                </a:lnTo>
                <a:lnTo>
                  <a:pt x="1068252" y="428905"/>
                </a:lnTo>
                <a:lnTo>
                  <a:pt x="1065872" y="437366"/>
                </a:lnTo>
                <a:lnTo>
                  <a:pt x="1063756" y="445564"/>
                </a:lnTo>
                <a:lnTo>
                  <a:pt x="1061111" y="454026"/>
                </a:lnTo>
                <a:lnTo>
                  <a:pt x="1058466" y="461958"/>
                </a:lnTo>
                <a:lnTo>
                  <a:pt x="1055557" y="469891"/>
                </a:lnTo>
                <a:lnTo>
                  <a:pt x="1052383" y="478089"/>
                </a:lnTo>
                <a:lnTo>
                  <a:pt x="1048945" y="485757"/>
                </a:lnTo>
                <a:lnTo>
                  <a:pt x="1045506" y="493426"/>
                </a:lnTo>
                <a:lnTo>
                  <a:pt x="1041804" y="501358"/>
                </a:lnTo>
                <a:lnTo>
                  <a:pt x="1038101" y="508762"/>
                </a:lnTo>
                <a:lnTo>
                  <a:pt x="1033869" y="516166"/>
                </a:lnTo>
                <a:lnTo>
                  <a:pt x="1029637" y="523570"/>
                </a:lnTo>
                <a:lnTo>
                  <a:pt x="1025141" y="530710"/>
                </a:lnTo>
                <a:lnTo>
                  <a:pt x="1020380" y="537850"/>
                </a:lnTo>
                <a:lnTo>
                  <a:pt x="1015620" y="544725"/>
                </a:lnTo>
                <a:lnTo>
                  <a:pt x="1010859" y="551864"/>
                </a:lnTo>
                <a:lnTo>
                  <a:pt x="1005834" y="558211"/>
                </a:lnTo>
                <a:lnTo>
                  <a:pt x="1000544" y="564821"/>
                </a:lnTo>
                <a:lnTo>
                  <a:pt x="995254" y="571432"/>
                </a:lnTo>
                <a:lnTo>
                  <a:pt x="989436" y="578043"/>
                </a:lnTo>
                <a:lnTo>
                  <a:pt x="983882" y="584125"/>
                </a:lnTo>
                <a:lnTo>
                  <a:pt x="977798" y="590207"/>
                </a:lnTo>
                <a:lnTo>
                  <a:pt x="971980" y="596024"/>
                </a:lnTo>
                <a:lnTo>
                  <a:pt x="965632" y="601842"/>
                </a:lnTo>
                <a:lnTo>
                  <a:pt x="959549" y="607659"/>
                </a:lnTo>
                <a:lnTo>
                  <a:pt x="953201" y="612948"/>
                </a:lnTo>
                <a:lnTo>
                  <a:pt x="946325" y="618501"/>
                </a:lnTo>
                <a:lnTo>
                  <a:pt x="939713" y="623789"/>
                </a:lnTo>
                <a:lnTo>
                  <a:pt x="933100" y="628813"/>
                </a:lnTo>
                <a:lnTo>
                  <a:pt x="926224" y="633573"/>
                </a:lnTo>
                <a:lnTo>
                  <a:pt x="919083" y="638333"/>
                </a:lnTo>
                <a:lnTo>
                  <a:pt x="911942" y="642828"/>
                </a:lnTo>
                <a:lnTo>
                  <a:pt x="904536" y="647323"/>
                </a:lnTo>
                <a:lnTo>
                  <a:pt x="897131" y="651290"/>
                </a:lnTo>
                <a:lnTo>
                  <a:pt x="889461" y="655521"/>
                </a:lnTo>
                <a:lnTo>
                  <a:pt x="881791" y="659487"/>
                </a:lnTo>
                <a:lnTo>
                  <a:pt x="874120" y="663189"/>
                </a:lnTo>
                <a:lnTo>
                  <a:pt x="866186" y="666627"/>
                </a:lnTo>
                <a:lnTo>
                  <a:pt x="857987" y="670064"/>
                </a:lnTo>
                <a:lnTo>
                  <a:pt x="850052" y="672973"/>
                </a:lnTo>
                <a:lnTo>
                  <a:pt x="841853" y="676146"/>
                </a:lnTo>
                <a:lnTo>
                  <a:pt x="833654" y="679055"/>
                </a:lnTo>
                <a:lnTo>
                  <a:pt x="825455" y="681699"/>
                </a:lnTo>
                <a:lnTo>
                  <a:pt x="816992" y="684079"/>
                </a:lnTo>
                <a:lnTo>
                  <a:pt x="808264" y="686195"/>
                </a:lnTo>
                <a:lnTo>
                  <a:pt x="799800" y="688310"/>
                </a:lnTo>
                <a:lnTo>
                  <a:pt x="791072" y="690161"/>
                </a:lnTo>
                <a:lnTo>
                  <a:pt x="782609" y="691483"/>
                </a:lnTo>
                <a:lnTo>
                  <a:pt x="773616" y="693070"/>
                </a:lnTo>
                <a:lnTo>
                  <a:pt x="764624" y="694128"/>
                </a:lnTo>
                <a:lnTo>
                  <a:pt x="755632" y="695185"/>
                </a:lnTo>
                <a:lnTo>
                  <a:pt x="746639" y="695714"/>
                </a:lnTo>
                <a:lnTo>
                  <a:pt x="737647" y="696243"/>
                </a:lnTo>
                <a:lnTo>
                  <a:pt x="728390" y="696507"/>
                </a:lnTo>
                <a:lnTo>
                  <a:pt x="719133" y="696507"/>
                </a:lnTo>
                <a:lnTo>
                  <a:pt x="709876" y="696507"/>
                </a:lnTo>
                <a:lnTo>
                  <a:pt x="700883" y="695979"/>
                </a:lnTo>
                <a:lnTo>
                  <a:pt x="691891" y="695450"/>
                </a:lnTo>
                <a:lnTo>
                  <a:pt x="682898" y="694392"/>
                </a:lnTo>
                <a:lnTo>
                  <a:pt x="673906" y="693599"/>
                </a:lnTo>
                <a:lnTo>
                  <a:pt x="664913" y="692541"/>
                </a:lnTo>
                <a:lnTo>
                  <a:pt x="656186" y="690954"/>
                </a:lnTo>
                <a:lnTo>
                  <a:pt x="647458" y="689103"/>
                </a:lnTo>
                <a:lnTo>
                  <a:pt x="638730" y="687252"/>
                </a:lnTo>
                <a:lnTo>
                  <a:pt x="630266" y="684872"/>
                </a:lnTo>
                <a:lnTo>
                  <a:pt x="621538" y="683021"/>
                </a:lnTo>
                <a:lnTo>
                  <a:pt x="613339" y="680113"/>
                </a:lnTo>
                <a:lnTo>
                  <a:pt x="604876" y="677468"/>
                </a:lnTo>
                <a:lnTo>
                  <a:pt x="596676" y="674824"/>
                </a:lnTo>
                <a:lnTo>
                  <a:pt x="588478" y="671651"/>
                </a:lnTo>
                <a:lnTo>
                  <a:pt x="580543" y="668213"/>
                </a:lnTo>
                <a:lnTo>
                  <a:pt x="572873" y="665040"/>
                </a:lnTo>
                <a:lnTo>
                  <a:pt x="564674" y="661603"/>
                </a:lnTo>
                <a:lnTo>
                  <a:pt x="557004" y="657636"/>
                </a:lnTo>
                <a:lnTo>
                  <a:pt x="549598" y="653405"/>
                </a:lnTo>
                <a:lnTo>
                  <a:pt x="541928" y="649439"/>
                </a:lnTo>
                <a:lnTo>
                  <a:pt x="534787" y="645208"/>
                </a:lnTo>
                <a:lnTo>
                  <a:pt x="527382" y="640713"/>
                </a:lnTo>
                <a:lnTo>
                  <a:pt x="520241" y="635953"/>
                </a:lnTo>
                <a:lnTo>
                  <a:pt x="513364" y="631193"/>
                </a:lnTo>
                <a:lnTo>
                  <a:pt x="506223" y="626169"/>
                </a:lnTo>
                <a:lnTo>
                  <a:pt x="499611" y="621145"/>
                </a:lnTo>
                <a:lnTo>
                  <a:pt x="492734" y="615592"/>
                </a:lnTo>
                <a:lnTo>
                  <a:pt x="486122" y="610303"/>
                </a:lnTo>
                <a:lnTo>
                  <a:pt x="480039" y="604750"/>
                </a:lnTo>
                <a:lnTo>
                  <a:pt x="473691" y="598933"/>
                </a:lnTo>
                <a:lnTo>
                  <a:pt x="467873" y="593115"/>
                </a:lnTo>
                <a:lnTo>
                  <a:pt x="461790" y="587298"/>
                </a:lnTo>
                <a:lnTo>
                  <a:pt x="455971" y="580952"/>
                </a:lnTo>
                <a:lnTo>
                  <a:pt x="450152" y="574605"/>
                </a:lnTo>
                <a:lnTo>
                  <a:pt x="444863" y="568523"/>
                </a:lnTo>
                <a:lnTo>
                  <a:pt x="439573" y="561913"/>
                </a:lnTo>
                <a:lnTo>
                  <a:pt x="434283" y="555038"/>
                </a:lnTo>
                <a:lnTo>
                  <a:pt x="429258" y="548162"/>
                </a:lnTo>
                <a:lnTo>
                  <a:pt x="424497" y="541287"/>
                </a:lnTo>
                <a:lnTo>
                  <a:pt x="419737" y="534148"/>
                </a:lnTo>
                <a:lnTo>
                  <a:pt x="415240" y="527008"/>
                </a:lnTo>
                <a:lnTo>
                  <a:pt x="411009" y="519868"/>
                </a:lnTo>
                <a:lnTo>
                  <a:pt x="406777" y="512464"/>
                </a:lnTo>
                <a:lnTo>
                  <a:pt x="402545" y="505060"/>
                </a:lnTo>
                <a:lnTo>
                  <a:pt x="398842" y="497392"/>
                </a:lnTo>
                <a:lnTo>
                  <a:pt x="395140" y="489988"/>
                </a:lnTo>
                <a:lnTo>
                  <a:pt x="391966" y="481791"/>
                </a:lnTo>
                <a:lnTo>
                  <a:pt x="388792" y="474122"/>
                </a:lnTo>
                <a:lnTo>
                  <a:pt x="385618" y="466189"/>
                </a:lnTo>
                <a:lnTo>
                  <a:pt x="382709" y="458256"/>
                </a:lnTo>
                <a:lnTo>
                  <a:pt x="380064" y="449795"/>
                </a:lnTo>
                <a:lnTo>
                  <a:pt x="377684" y="441862"/>
                </a:lnTo>
                <a:lnTo>
                  <a:pt x="375303" y="433400"/>
                </a:lnTo>
                <a:lnTo>
                  <a:pt x="373187" y="425203"/>
                </a:lnTo>
                <a:lnTo>
                  <a:pt x="371336" y="416477"/>
                </a:lnTo>
                <a:lnTo>
                  <a:pt x="370014" y="407750"/>
                </a:lnTo>
                <a:lnTo>
                  <a:pt x="368427" y="399289"/>
                </a:lnTo>
                <a:lnTo>
                  <a:pt x="367369" y="390562"/>
                </a:lnTo>
                <a:lnTo>
                  <a:pt x="366311" y="382101"/>
                </a:lnTo>
                <a:lnTo>
                  <a:pt x="365517" y="373110"/>
                </a:lnTo>
                <a:lnTo>
                  <a:pt x="364988" y="364120"/>
                </a:lnTo>
                <a:lnTo>
                  <a:pt x="364724" y="355129"/>
                </a:lnTo>
                <a:lnTo>
                  <a:pt x="364724" y="346403"/>
                </a:lnTo>
                <a:lnTo>
                  <a:pt x="364988" y="337412"/>
                </a:lnTo>
                <a:lnTo>
                  <a:pt x="365253" y="328422"/>
                </a:lnTo>
                <a:lnTo>
                  <a:pt x="365782" y="319695"/>
                </a:lnTo>
                <a:lnTo>
                  <a:pt x="366575" y="310705"/>
                </a:lnTo>
                <a:lnTo>
                  <a:pt x="367898" y="301979"/>
                </a:lnTo>
                <a:lnTo>
                  <a:pt x="368956" y="292988"/>
                </a:lnTo>
                <a:lnTo>
                  <a:pt x="370542" y="284791"/>
                </a:lnTo>
                <a:lnTo>
                  <a:pt x="372394" y="276064"/>
                </a:lnTo>
                <a:lnTo>
                  <a:pt x="374245" y="267603"/>
                </a:lnTo>
                <a:lnTo>
                  <a:pt x="376626" y="259141"/>
                </a:lnTo>
                <a:lnTo>
                  <a:pt x="378477" y="250944"/>
                </a:lnTo>
                <a:lnTo>
                  <a:pt x="381386" y="242746"/>
                </a:lnTo>
                <a:lnTo>
                  <a:pt x="384031" y="234549"/>
                </a:lnTo>
                <a:lnTo>
                  <a:pt x="386940" y="226616"/>
                </a:lnTo>
                <a:lnTo>
                  <a:pt x="390114" y="218683"/>
                </a:lnTo>
                <a:lnTo>
                  <a:pt x="393553" y="210750"/>
                </a:lnTo>
                <a:lnTo>
                  <a:pt x="396991" y="203082"/>
                </a:lnTo>
                <a:lnTo>
                  <a:pt x="400694" y="195678"/>
                </a:lnTo>
                <a:lnTo>
                  <a:pt x="404396" y="187745"/>
                </a:lnTo>
                <a:lnTo>
                  <a:pt x="408628" y="180341"/>
                </a:lnTo>
                <a:lnTo>
                  <a:pt x="412860" y="173201"/>
                </a:lnTo>
                <a:lnTo>
                  <a:pt x="417356" y="165797"/>
                </a:lnTo>
                <a:lnTo>
                  <a:pt x="422117" y="158658"/>
                </a:lnTo>
                <a:lnTo>
                  <a:pt x="426878" y="151783"/>
                </a:lnTo>
                <a:lnTo>
                  <a:pt x="431638" y="144907"/>
                </a:lnTo>
                <a:lnTo>
                  <a:pt x="436664" y="138297"/>
                </a:lnTo>
                <a:lnTo>
                  <a:pt x="441953" y="131686"/>
                </a:lnTo>
                <a:lnTo>
                  <a:pt x="447243" y="125075"/>
                </a:lnTo>
                <a:lnTo>
                  <a:pt x="453062" y="118993"/>
                </a:lnTo>
                <a:lnTo>
                  <a:pt x="458616" y="112647"/>
                </a:lnTo>
                <a:lnTo>
                  <a:pt x="464434" y="106301"/>
                </a:lnTo>
                <a:lnTo>
                  <a:pt x="470518" y="100483"/>
                </a:lnTo>
                <a:lnTo>
                  <a:pt x="476865" y="94666"/>
                </a:lnTo>
                <a:lnTo>
                  <a:pt x="482948" y="89113"/>
                </a:lnTo>
                <a:lnTo>
                  <a:pt x="489560" y="83560"/>
                </a:lnTo>
                <a:lnTo>
                  <a:pt x="496172" y="78271"/>
                </a:lnTo>
                <a:lnTo>
                  <a:pt x="502520" y="72983"/>
                </a:lnTo>
                <a:lnTo>
                  <a:pt x="509397" y="67958"/>
                </a:lnTo>
                <a:lnTo>
                  <a:pt x="516538" y="62934"/>
                </a:lnTo>
                <a:lnTo>
                  <a:pt x="523414" y="58175"/>
                </a:lnTo>
                <a:lnTo>
                  <a:pt x="530820" y="53679"/>
                </a:lnTo>
                <a:lnTo>
                  <a:pt x="537961" y="49184"/>
                </a:lnTo>
                <a:lnTo>
                  <a:pt x="545367" y="45217"/>
                </a:lnTo>
                <a:lnTo>
                  <a:pt x="553301" y="40987"/>
                </a:lnTo>
                <a:lnTo>
                  <a:pt x="560707" y="37020"/>
                </a:lnTo>
                <a:lnTo>
                  <a:pt x="568377" y="33583"/>
                </a:lnTo>
                <a:lnTo>
                  <a:pt x="576311" y="29881"/>
                </a:lnTo>
                <a:lnTo>
                  <a:pt x="584510" y="26707"/>
                </a:lnTo>
                <a:lnTo>
                  <a:pt x="592445" y="23534"/>
                </a:lnTo>
                <a:lnTo>
                  <a:pt x="600379" y="20361"/>
                </a:lnTo>
                <a:lnTo>
                  <a:pt x="608843" y="17717"/>
                </a:lnTo>
                <a:lnTo>
                  <a:pt x="617042" y="15073"/>
                </a:lnTo>
                <a:lnTo>
                  <a:pt x="625505" y="12693"/>
                </a:lnTo>
                <a:lnTo>
                  <a:pt x="633969" y="10313"/>
                </a:lnTo>
                <a:lnTo>
                  <a:pt x="642697" y="8462"/>
                </a:lnTo>
                <a:lnTo>
                  <a:pt x="651425" y="6875"/>
                </a:lnTo>
                <a:lnTo>
                  <a:pt x="659888" y="5024"/>
                </a:lnTo>
                <a:lnTo>
                  <a:pt x="668881" y="3702"/>
                </a:lnTo>
                <a:lnTo>
                  <a:pt x="677873" y="2644"/>
                </a:lnTo>
                <a:lnTo>
                  <a:pt x="686601" y="1851"/>
                </a:lnTo>
                <a:lnTo>
                  <a:pt x="695858" y="793"/>
                </a:lnTo>
                <a:lnTo>
                  <a:pt x="704851" y="264"/>
                </a:lnTo>
                <a:lnTo>
                  <a:pt x="71410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35761" y="4861878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学号：</a:t>
            </a:r>
            <a:r>
              <a:rPr lang="en-US" altLang="zh-CN" dirty="0">
                <a:solidFill>
                  <a:schemeClr val="bg1"/>
                </a:solidFill>
              </a:rPr>
              <a:t>202400300104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256864" y="4426431"/>
            <a:ext cx="8026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9125641" y="4426431"/>
            <a:ext cx="8026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685" y="1916859"/>
            <a:ext cx="2571750" cy="809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30400"/>
            <a:ext cx="12192000" cy="330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545466" y="2444829"/>
            <a:ext cx="5708293" cy="824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1"/>
                </a:solidFill>
              </a:rPr>
              <a:t>需求分析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45466" y="3241379"/>
            <a:ext cx="570829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Requirement Analysis · 功能需求 · 性能需求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096311" y="2481952"/>
            <a:ext cx="2131960" cy="2131960"/>
            <a:chOff x="1131485" y="2234042"/>
            <a:chExt cx="1607262" cy="1607262"/>
          </a:xfrm>
        </p:grpSpPr>
        <p:sp>
          <p:nvSpPr>
            <p:cNvPr id="6" name="椭圆 5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55045" y="2273289"/>
            <a:ext cx="5545432" cy="30099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09613" y="2273289"/>
            <a:ext cx="5545432" cy="300990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72816" y="2449931"/>
            <a:ext cx="5161574" cy="212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+mn-ea"/>
              </a:rPr>
              <a:t>网络文学用户规模已超 5 亿，起点、番茄等平台确立了“免费试读 + 章节付费 + 打赏”的成熟商业模式，移动端阅读成为主流。传统书城的核心痛点：章节管理混乱、付费扣费易重复、排行榜实时性差、读者互动缺失。</a:t>
            </a:r>
          </a:p>
        </p:txBody>
      </p:sp>
      <p:sp>
        <p:nvSpPr>
          <p:cNvPr id="5" name="矩形 4"/>
          <p:cNvSpPr/>
          <p:nvPr/>
        </p:nvSpPr>
        <p:spPr>
          <a:xfrm>
            <a:off x="6480974" y="2449931"/>
            <a:ext cx="47625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+mn-ea"/>
              </a:rPr>
              <a:t>本系统目标：构建一个贴近真实商业场景的网文书城，实现 创作→ 试读 → 订阅扣费 → 互动 的完整业务闭环；同时综合运用数据库设计方法，实践事务行级锁、唯一约束防重复扣费、触发器自动统计、视图报表、索引与缓存优化等核心技术点。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07487" y="1582479"/>
            <a:ext cx="2492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背景与设计目标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1600" y="661464"/>
            <a:ext cx="11988800" cy="6052459"/>
          </a:xfrm>
          <a:prstGeom prst="roundRect">
            <a:avLst>
              <a:gd name="adj" fmla="val 4916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3765" y="-133555"/>
            <a:ext cx="5708293" cy="75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用户角色与权限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75522" y="33929"/>
            <a:ext cx="593817" cy="593817"/>
            <a:chOff x="1131485" y="2234042"/>
            <a:chExt cx="1607262" cy="1607262"/>
          </a:xfrm>
        </p:grpSpPr>
        <p:sp>
          <p:nvSpPr>
            <p:cNvPr id="5" name="椭圆 4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565499" y="2237176"/>
            <a:ext cx="1536171" cy="1536171"/>
            <a:chOff x="4572000" y="1995686"/>
            <a:chExt cx="1152128" cy="1152128"/>
          </a:xfrm>
        </p:grpSpPr>
        <p:sp>
          <p:nvSpPr>
            <p:cNvPr id="9" name="椭圆 4"/>
            <p:cNvSpPr/>
            <p:nvPr/>
          </p:nvSpPr>
          <p:spPr>
            <a:xfrm>
              <a:off x="4572000" y="1995686"/>
              <a:ext cx="1152128" cy="1152128"/>
            </a:xfrm>
            <a:custGeom>
              <a:avLst/>
              <a:gdLst/>
              <a:ahLst/>
              <a:cxnLst/>
              <a:rect l="l" t="t" r="r" b="b"/>
              <a:pathLst>
                <a:path w="1152128" h="1152128">
                  <a:moveTo>
                    <a:pt x="576064" y="0"/>
                  </a:moveTo>
                  <a:lnTo>
                    <a:pt x="1152128" y="0"/>
                  </a:lnTo>
                  <a:lnTo>
                    <a:pt x="1152128" y="576064"/>
                  </a:lnTo>
                  <a:cubicBezTo>
                    <a:pt x="1152128" y="894215"/>
                    <a:pt x="894215" y="1152128"/>
                    <a:pt x="576064" y="1152128"/>
                  </a:cubicBezTo>
                  <a:cubicBezTo>
                    <a:pt x="257913" y="1152128"/>
                    <a:pt x="0" y="894215"/>
                    <a:pt x="0" y="576064"/>
                  </a:cubicBezTo>
                  <a:cubicBezTo>
                    <a:pt x="0" y="257913"/>
                    <a:pt x="257913" y="0"/>
                    <a:pt x="5760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9726" y="2277014"/>
              <a:ext cx="596675" cy="596675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/>
        </p:nvGrpSpPr>
        <p:grpSpPr>
          <a:xfrm>
            <a:off x="9187457" y="2237176"/>
            <a:ext cx="1536171" cy="1536171"/>
            <a:chOff x="6084168" y="1995686"/>
            <a:chExt cx="1152128" cy="1152128"/>
          </a:xfrm>
        </p:grpSpPr>
        <p:sp>
          <p:nvSpPr>
            <p:cNvPr id="12" name="椭圆 4"/>
            <p:cNvSpPr/>
            <p:nvPr/>
          </p:nvSpPr>
          <p:spPr>
            <a:xfrm>
              <a:off x="6084168" y="1995686"/>
              <a:ext cx="1152128" cy="1152128"/>
            </a:xfrm>
            <a:custGeom>
              <a:avLst/>
              <a:gdLst/>
              <a:ahLst/>
              <a:cxnLst/>
              <a:rect l="l" t="t" r="r" b="b"/>
              <a:pathLst>
                <a:path w="1152128" h="1152128">
                  <a:moveTo>
                    <a:pt x="576064" y="0"/>
                  </a:moveTo>
                  <a:lnTo>
                    <a:pt x="1152128" y="0"/>
                  </a:lnTo>
                  <a:lnTo>
                    <a:pt x="1152128" y="576064"/>
                  </a:lnTo>
                  <a:cubicBezTo>
                    <a:pt x="1152128" y="894215"/>
                    <a:pt x="894215" y="1152128"/>
                    <a:pt x="576064" y="1152128"/>
                  </a:cubicBezTo>
                  <a:cubicBezTo>
                    <a:pt x="257913" y="1152128"/>
                    <a:pt x="0" y="894215"/>
                    <a:pt x="0" y="576064"/>
                  </a:cubicBezTo>
                  <a:cubicBezTo>
                    <a:pt x="0" y="257913"/>
                    <a:pt x="257913" y="0"/>
                    <a:pt x="5760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7126" y="2247064"/>
              <a:ext cx="589829" cy="589829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3943539" y="2237176"/>
            <a:ext cx="1536171" cy="1536171"/>
            <a:chOff x="2915816" y="1995686"/>
            <a:chExt cx="1152128" cy="1152128"/>
          </a:xfrm>
        </p:grpSpPr>
        <p:sp>
          <p:nvSpPr>
            <p:cNvPr id="15" name="椭圆 4"/>
            <p:cNvSpPr/>
            <p:nvPr/>
          </p:nvSpPr>
          <p:spPr>
            <a:xfrm>
              <a:off x="2915816" y="1995686"/>
              <a:ext cx="1152128" cy="1152128"/>
            </a:xfrm>
            <a:custGeom>
              <a:avLst/>
              <a:gdLst/>
              <a:ahLst/>
              <a:cxnLst/>
              <a:rect l="l" t="t" r="r" b="b"/>
              <a:pathLst>
                <a:path w="1152128" h="1152128">
                  <a:moveTo>
                    <a:pt x="576064" y="0"/>
                  </a:moveTo>
                  <a:lnTo>
                    <a:pt x="1152128" y="0"/>
                  </a:lnTo>
                  <a:lnTo>
                    <a:pt x="1152128" y="576064"/>
                  </a:lnTo>
                  <a:cubicBezTo>
                    <a:pt x="1152128" y="894215"/>
                    <a:pt x="894215" y="1152128"/>
                    <a:pt x="576064" y="1152128"/>
                  </a:cubicBezTo>
                  <a:cubicBezTo>
                    <a:pt x="257913" y="1152128"/>
                    <a:pt x="0" y="894215"/>
                    <a:pt x="0" y="576064"/>
                  </a:cubicBezTo>
                  <a:cubicBezTo>
                    <a:pt x="0" y="257913"/>
                    <a:pt x="257913" y="0"/>
                    <a:pt x="576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3139" y="2277014"/>
              <a:ext cx="529930" cy="529930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1321579" y="2237176"/>
            <a:ext cx="1536171" cy="1536171"/>
            <a:chOff x="1475656" y="1995686"/>
            <a:chExt cx="1152128" cy="1152128"/>
          </a:xfrm>
        </p:grpSpPr>
        <p:sp>
          <p:nvSpPr>
            <p:cNvPr id="18" name="椭圆 4"/>
            <p:cNvSpPr/>
            <p:nvPr/>
          </p:nvSpPr>
          <p:spPr>
            <a:xfrm>
              <a:off x="1475656" y="1995686"/>
              <a:ext cx="1152128" cy="1152128"/>
            </a:xfrm>
            <a:custGeom>
              <a:avLst/>
              <a:gdLst/>
              <a:ahLst/>
              <a:cxnLst/>
              <a:rect l="l" t="t" r="r" b="b"/>
              <a:pathLst>
                <a:path w="1152128" h="1152128">
                  <a:moveTo>
                    <a:pt x="576064" y="0"/>
                  </a:moveTo>
                  <a:lnTo>
                    <a:pt x="1152128" y="0"/>
                  </a:lnTo>
                  <a:lnTo>
                    <a:pt x="1152128" y="576064"/>
                  </a:lnTo>
                  <a:cubicBezTo>
                    <a:pt x="1152128" y="894215"/>
                    <a:pt x="894215" y="1152128"/>
                    <a:pt x="576064" y="1152128"/>
                  </a:cubicBezTo>
                  <a:cubicBezTo>
                    <a:pt x="257913" y="1152128"/>
                    <a:pt x="0" y="894215"/>
                    <a:pt x="0" y="576064"/>
                  </a:cubicBezTo>
                  <a:cubicBezTo>
                    <a:pt x="0" y="257913"/>
                    <a:pt x="257913" y="0"/>
                    <a:pt x="5760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85" y="2277014"/>
              <a:ext cx="589470" cy="589470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/>
        </p:nvSpPr>
        <p:spPr>
          <a:xfrm>
            <a:off x="900862" y="4554810"/>
            <a:ext cx="234920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浏览书城、搜索小说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阅读免费章节（试读）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注册 / 登录进入系统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129" y="4148451"/>
            <a:ext cx="216266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游客</a:t>
            </a:r>
          </a:p>
        </p:txBody>
      </p:sp>
      <p:sp>
        <p:nvSpPr>
          <p:cNvPr id="22" name="TextBox 19"/>
          <p:cNvSpPr txBox="1"/>
          <p:nvPr/>
        </p:nvSpPr>
        <p:spPr>
          <a:xfrm>
            <a:off x="3607099" y="4554810"/>
            <a:ext cx="2349202" cy="135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书币充值、订阅 章节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书架收藏、阅读进度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本章说 / 书评 / 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投月票、书币打赏</a:t>
            </a:r>
          </a:p>
        </p:txBody>
      </p:sp>
      <p:sp>
        <p:nvSpPr>
          <p:cNvPr id="23" name="TextBox 20"/>
          <p:cNvSpPr txBox="1"/>
          <p:nvPr/>
        </p:nvSpPr>
        <p:spPr>
          <a:xfrm>
            <a:off x="3700366" y="4148451"/>
            <a:ext cx="216266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读者</a:t>
            </a:r>
          </a:p>
        </p:txBody>
      </p:sp>
      <p:sp>
        <p:nvSpPr>
          <p:cNvPr id="24" name="TextBox 19"/>
          <p:cNvSpPr txBox="1"/>
          <p:nvPr/>
        </p:nvSpPr>
        <p:spPr>
          <a:xfrm>
            <a:off x="6251929" y="4554810"/>
            <a:ext cx="234920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创建作品、发布章节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付费章节定价上架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查看作品数据收入</a:t>
            </a:r>
          </a:p>
        </p:txBody>
      </p:sp>
      <p:sp>
        <p:nvSpPr>
          <p:cNvPr id="25" name="TextBox 20"/>
          <p:cNvSpPr txBox="1"/>
          <p:nvPr/>
        </p:nvSpPr>
        <p:spPr>
          <a:xfrm>
            <a:off x="6345196" y="4148451"/>
            <a:ext cx="216266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作者</a:t>
            </a:r>
          </a:p>
        </p:txBody>
      </p:sp>
      <p:sp>
        <p:nvSpPr>
          <p:cNvPr id="26" name="TextBox 19"/>
          <p:cNvSpPr txBox="1"/>
          <p:nvPr/>
        </p:nvSpPr>
        <p:spPr>
          <a:xfrm>
            <a:off x="8912689" y="4554810"/>
            <a:ext cx="234920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发布 / 删除公告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评论与内容管理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运营统计、收入核对</a:t>
            </a:r>
          </a:p>
        </p:txBody>
      </p:sp>
      <p:sp>
        <p:nvSpPr>
          <p:cNvPr id="27" name="TextBox 20"/>
          <p:cNvSpPr txBox="1"/>
          <p:nvPr/>
        </p:nvSpPr>
        <p:spPr>
          <a:xfrm>
            <a:off x="9005956" y="4148451"/>
            <a:ext cx="216266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管理员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102" y="210"/>
            <a:ext cx="2100454" cy="6612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1600" y="665745"/>
            <a:ext cx="11988800" cy="6052459"/>
          </a:xfrm>
          <a:prstGeom prst="roundRect">
            <a:avLst>
              <a:gd name="adj" fmla="val 4916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3765" y="-133555"/>
            <a:ext cx="5708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需求分析 · 系统用例图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75522" y="33929"/>
            <a:ext cx="593817" cy="593817"/>
            <a:chOff x="1131485" y="2234042"/>
            <a:chExt cx="1607262" cy="1607262"/>
          </a:xfrm>
        </p:grpSpPr>
        <p:sp>
          <p:nvSpPr>
            <p:cNvPr id="5" name="椭圆 4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102" y="210"/>
            <a:ext cx="2100454" cy="661254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87" y="1463040"/>
            <a:ext cx="11475720" cy="46714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1600" y="682170"/>
            <a:ext cx="11988800" cy="6052459"/>
          </a:xfrm>
          <a:prstGeom prst="roundRect">
            <a:avLst>
              <a:gd name="adj" fmla="val 4916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3765" y="-133555"/>
            <a:ext cx="5708293" cy="75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功能需求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75522" y="33929"/>
            <a:ext cx="593817" cy="593817"/>
            <a:chOff x="1131485" y="2234042"/>
            <a:chExt cx="1607262" cy="1607262"/>
          </a:xfrm>
        </p:grpSpPr>
        <p:sp>
          <p:nvSpPr>
            <p:cNvPr id="5" name="椭圆 4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8" name="六边形 7"/>
          <p:cNvSpPr/>
          <p:nvPr/>
        </p:nvSpPr>
        <p:spPr>
          <a:xfrm rot="5400000">
            <a:off x="4440369" y="1512418"/>
            <a:ext cx="1687961" cy="1455140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9" name="六边形 8"/>
          <p:cNvSpPr/>
          <p:nvPr/>
        </p:nvSpPr>
        <p:spPr>
          <a:xfrm rot="5400000">
            <a:off x="3701440" y="2895271"/>
            <a:ext cx="1687961" cy="1455140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0" name="六边形 9"/>
          <p:cNvSpPr/>
          <p:nvPr/>
        </p:nvSpPr>
        <p:spPr>
          <a:xfrm rot="5400000">
            <a:off x="4438997" y="4278286"/>
            <a:ext cx="1687961" cy="1455140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1" name="六边形 10"/>
          <p:cNvSpPr/>
          <p:nvPr/>
        </p:nvSpPr>
        <p:spPr>
          <a:xfrm rot="16200000">
            <a:off x="6020428" y="4278285"/>
            <a:ext cx="1687961" cy="145514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2" name="六边形 11"/>
          <p:cNvSpPr/>
          <p:nvPr/>
        </p:nvSpPr>
        <p:spPr>
          <a:xfrm rot="16200000">
            <a:off x="6758949" y="2895270"/>
            <a:ext cx="1687961" cy="1455140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3" name="六边形 12"/>
          <p:cNvSpPr/>
          <p:nvPr/>
        </p:nvSpPr>
        <p:spPr>
          <a:xfrm rot="16200000">
            <a:off x="5963516" y="1512421"/>
            <a:ext cx="1687961" cy="1455140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TextBox 19"/>
          <p:cNvSpPr txBox="1"/>
          <p:nvPr/>
        </p:nvSpPr>
        <p:spPr>
          <a:xfrm>
            <a:off x="2510779" y="1949342"/>
            <a:ext cx="27397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注册/登录、JWT 鉴权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三类角色权限</a:t>
            </a:r>
          </a:p>
        </p:txBody>
      </p:sp>
      <p:sp>
        <p:nvSpPr>
          <p:cNvPr id="15" name="TextBox 20"/>
          <p:cNvSpPr txBox="1"/>
          <p:nvPr/>
        </p:nvSpPr>
        <p:spPr>
          <a:xfrm>
            <a:off x="2656157" y="1590563"/>
            <a:ext cx="278431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用户与认证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071" y="4500468"/>
            <a:ext cx="1021840" cy="102184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847" y="1721570"/>
            <a:ext cx="983065" cy="98306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884" y="1800845"/>
            <a:ext cx="878283" cy="87828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529" y="4501975"/>
            <a:ext cx="1007757" cy="100775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675" y="3152168"/>
            <a:ext cx="941341" cy="941341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988" y="3083968"/>
            <a:ext cx="1009384" cy="1009384"/>
          </a:xfrm>
          <a:prstGeom prst="rect">
            <a:avLst/>
          </a:prstGeom>
        </p:spPr>
      </p:pic>
      <p:sp>
        <p:nvSpPr>
          <p:cNvPr id="22" name="TextBox 19"/>
          <p:cNvSpPr txBox="1"/>
          <p:nvPr/>
        </p:nvSpPr>
        <p:spPr>
          <a:xfrm>
            <a:off x="7852107" y="1887159"/>
            <a:ext cx="2739796" cy="70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分类浏览、热门榜、排行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搜索与作品详情</a:t>
            </a:r>
          </a:p>
        </p:txBody>
      </p:sp>
      <p:sp>
        <p:nvSpPr>
          <p:cNvPr id="23" name="TextBox 20"/>
          <p:cNvSpPr txBox="1"/>
          <p:nvPr/>
        </p:nvSpPr>
        <p:spPr>
          <a:xfrm>
            <a:off x="7807592" y="1528778"/>
            <a:ext cx="278431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书城与搜索</a:t>
            </a:r>
          </a:p>
        </p:txBody>
      </p:sp>
      <p:sp>
        <p:nvSpPr>
          <p:cNvPr id="24" name="TextBox 19"/>
          <p:cNvSpPr txBox="1"/>
          <p:nvPr/>
        </p:nvSpPr>
        <p:spPr>
          <a:xfrm>
            <a:off x="8548784" y="3485291"/>
            <a:ext cx="2739796" cy="1029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写作台创建作品，发布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删除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修改章节、免费章节试读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章节订阅</a:t>
            </a:r>
          </a:p>
        </p:txBody>
      </p:sp>
      <p:sp>
        <p:nvSpPr>
          <p:cNvPr id="25" name="TextBox 20"/>
          <p:cNvSpPr txBox="1"/>
          <p:nvPr/>
        </p:nvSpPr>
        <p:spPr>
          <a:xfrm>
            <a:off x="8548784" y="3152168"/>
            <a:ext cx="278431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创作，阅读与订阅</a:t>
            </a:r>
          </a:p>
        </p:txBody>
      </p:sp>
      <p:sp>
        <p:nvSpPr>
          <p:cNvPr id="26" name="TextBox 19"/>
          <p:cNvSpPr txBox="1"/>
          <p:nvPr/>
        </p:nvSpPr>
        <p:spPr>
          <a:xfrm>
            <a:off x="2052497" y="3583143"/>
            <a:ext cx="2739796" cy="70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收藏 / 取消收藏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历史进度保留</a:t>
            </a:r>
          </a:p>
        </p:txBody>
      </p:sp>
      <p:sp>
        <p:nvSpPr>
          <p:cNvPr id="27" name="TextBox 20"/>
          <p:cNvSpPr txBox="1"/>
          <p:nvPr/>
        </p:nvSpPr>
        <p:spPr>
          <a:xfrm>
            <a:off x="1977760" y="3199032"/>
            <a:ext cx="278431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书架与进度</a:t>
            </a:r>
          </a:p>
        </p:txBody>
      </p:sp>
      <p:sp>
        <p:nvSpPr>
          <p:cNvPr id="28" name="TextBox 19"/>
          <p:cNvSpPr txBox="1"/>
          <p:nvPr/>
        </p:nvSpPr>
        <p:spPr>
          <a:xfrm>
            <a:off x="2673862" y="5045817"/>
            <a:ext cx="2739796" cy="70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本章说 / 书评 / 评分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月票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打赏</a:t>
            </a:r>
          </a:p>
        </p:txBody>
      </p:sp>
      <p:sp>
        <p:nvSpPr>
          <p:cNvPr id="29" name="TextBox 20"/>
          <p:cNvSpPr txBox="1"/>
          <p:nvPr/>
        </p:nvSpPr>
        <p:spPr>
          <a:xfrm>
            <a:off x="3118785" y="4635853"/>
            <a:ext cx="278431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互动社区</a:t>
            </a:r>
          </a:p>
        </p:txBody>
      </p:sp>
      <p:sp>
        <p:nvSpPr>
          <p:cNvPr id="30" name="TextBox 19"/>
          <p:cNvSpPr txBox="1"/>
          <p:nvPr/>
        </p:nvSpPr>
        <p:spPr>
          <a:xfrm>
            <a:off x="7892093" y="4991393"/>
            <a:ext cx="2739796" cy="382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账单，收入，点击量汇总</a:t>
            </a:r>
          </a:p>
        </p:txBody>
      </p:sp>
      <p:sp>
        <p:nvSpPr>
          <p:cNvPr id="31" name="TextBox 20"/>
          <p:cNvSpPr txBox="1"/>
          <p:nvPr/>
        </p:nvSpPr>
        <p:spPr>
          <a:xfrm>
            <a:off x="7944156" y="4598713"/>
            <a:ext cx="278431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数据统计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102" y="210"/>
            <a:ext cx="2100454" cy="6612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1600" y="731143"/>
            <a:ext cx="11988800" cy="6052459"/>
          </a:xfrm>
          <a:prstGeom prst="roundRect">
            <a:avLst>
              <a:gd name="adj" fmla="val 4916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83765" y="-133555"/>
            <a:ext cx="5708293" cy="75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性能及其他需求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75522" y="33929"/>
            <a:ext cx="593817" cy="593817"/>
            <a:chOff x="1131485" y="2234042"/>
            <a:chExt cx="1607262" cy="1607262"/>
          </a:xfrm>
        </p:grpSpPr>
        <p:sp>
          <p:nvSpPr>
            <p:cNvPr id="5" name="椭圆 4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8" name="图表 7"/>
          <p:cNvGraphicFramePr/>
          <p:nvPr/>
        </p:nvGraphicFramePr>
        <p:xfrm>
          <a:off x="-224915" y="1634067"/>
          <a:ext cx="4197350" cy="2798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图表 8"/>
          <p:cNvGraphicFramePr/>
          <p:nvPr/>
        </p:nvGraphicFramePr>
        <p:xfrm>
          <a:off x="3835400" y="1634067"/>
          <a:ext cx="4197350" cy="2798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图表 9"/>
          <p:cNvGraphicFramePr/>
          <p:nvPr/>
        </p:nvGraphicFramePr>
        <p:xfrm>
          <a:off x="7895715" y="1634067"/>
          <a:ext cx="4197350" cy="2798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椭圆 10"/>
          <p:cNvSpPr/>
          <p:nvPr/>
        </p:nvSpPr>
        <p:spPr>
          <a:xfrm>
            <a:off x="1035560" y="2197100"/>
            <a:ext cx="1676400" cy="167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095875" y="2197100"/>
            <a:ext cx="1676400" cy="167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9156190" y="2197101"/>
            <a:ext cx="1676400" cy="167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Content Placeholder 2"/>
          <p:cNvSpPr txBox="1"/>
          <p:nvPr/>
        </p:nvSpPr>
        <p:spPr>
          <a:xfrm>
            <a:off x="1100902" y="4877931"/>
            <a:ext cx="2106321" cy="7925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50000"/>
              </a:lnSpc>
              <a:buNone/>
              <a:defRPr/>
            </a:pPr>
            <a:r>
              <a:rPr lang="zh-CN" altLang="en-US" sz="1200" dirty="0">
                <a:solidFill>
                  <a:sysClr val="window" lastClr="FFFFFF">
                    <a:lumMod val="65000"/>
                  </a:sysClr>
                </a:solidFill>
                <a:cs typeface="+mn-ea"/>
                <a:sym typeface="+mn-lt"/>
              </a:rPr>
              <a:t>热门榜 60s / 详情 300s / 免费章节 3600s 缓存，创建索引，加快查询速度</a:t>
            </a:r>
            <a:endParaRPr lang="en-US" altLang="zh-CN" sz="1200" dirty="0">
              <a:solidFill>
                <a:sysClr val="window" lastClr="FFFFFF">
                  <a:lumMod val="65000"/>
                </a:sysClr>
              </a:solidFill>
              <a:cs typeface="+mn-ea"/>
              <a:sym typeface="+mn-lt"/>
            </a:endParaRPr>
          </a:p>
        </p:txBody>
      </p:sp>
      <p:sp>
        <p:nvSpPr>
          <p:cNvPr id="15" name="Title 13"/>
          <p:cNvSpPr txBox="1"/>
          <p:nvPr/>
        </p:nvSpPr>
        <p:spPr>
          <a:xfrm>
            <a:off x="1088010" y="4463048"/>
            <a:ext cx="2884425" cy="532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5C5C5C">
                    <a:lumMod val="65000"/>
                    <a:lumOff val="35000"/>
                  </a:srgbClr>
                </a:solidFill>
                <a:latin typeface="+mn-lt"/>
                <a:ea typeface="+mn-ea"/>
                <a:cs typeface="+mn-ea"/>
                <a:sym typeface="+mn-lt"/>
              </a:rPr>
              <a:t>低延迟，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C5C5C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高并发需求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5C5C5C">
                  <a:lumMod val="65000"/>
                  <a:lumOff val="35000"/>
                </a:srgb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Oval 6"/>
          <p:cNvSpPr/>
          <p:nvPr/>
        </p:nvSpPr>
        <p:spPr>
          <a:xfrm>
            <a:off x="612415" y="4597557"/>
            <a:ext cx="475253" cy="475253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Freeform 35"/>
          <p:cNvSpPr/>
          <p:nvPr/>
        </p:nvSpPr>
        <p:spPr bwMode="auto">
          <a:xfrm>
            <a:off x="755172" y="4729190"/>
            <a:ext cx="189738" cy="196776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C5C5C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Content Placeholder 2"/>
          <p:cNvSpPr txBox="1"/>
          <p:nvPr/>
        </p:nvSpPr>
        <p:spPr>
          <a:xfrm>
            <a:off x="5141500" y="4877931"/>
            <a:ext cx="2106321" cy="7925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50000"/>
              </a:lnSpc>
              <a:buNone/>
              <a:defRPr/>
            </a:pPr>
            <a:r>
              <a:rPr lang="zh-CN" altLang="en-US" sz="1200" dirty="0">
                <a:solidFill>
                  <a:sysClr val="window" lastClr="FFFFFF">
                    <a:lumMod val="65000"/>
                  </a:sysClr>
                </a:solidFill>
                <a:cs typeface="+mn-ea"/>
                <a:sym typeface="+mn-lt"/>
              </a:rPr>
              <a:t>行级锁 + 唯一约束防重复扣费，每笔交易保留账单</a:t>
            </a:r>
            <a:endParaRPr lang="en-US" altLang="zh-CN" sz="1200" dirty="0">
              <a:solidFill>
                <a:sysClr val="window" lastClr="FFFFFF">
                  <a:lumMod val="65000"/>
                </a:sysClr>
              </a:solidFill>
              <a:cs typeface="+mn-ea"/>
              <a:sym typeface="+mn-lt"/>
            </a:endParaRPr>
          </a:p>
        </p:txBody>
      </p:sp>
      <p:sp>
        <p:nvSpPr>
          <p:cNvPr id="19" name="Title 13"/>
          <p:cNvSpPr txBox="1"/>
          <p:nvPr/>
        </p:nvSpPr>
        <p:spPr>
          <a:xfrm>
            <a:off x="5128608" y="4463048"/>
            <a:ext cx="2884425" cy="532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C5C5C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充值订阅事务成功率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5C5C5C">
                  <a:lumMod val="65000"/>
                  <a:lumOff val="35000"/>
                </a:srgb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Oval 6"/>
          <p:cNvSpPr/>
          <p:nvPr/>
        </p:nvSpPr>
        <p:spPr>
          <a:xfrm>
            <a:off x="4653013" y="4597557"/>
            <a:ext cx="475253" cy="475253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Freeform 35"/>
          <p:cNvSpPr/>
          <p:nvPr/>
        </p:nvSpPr>
        <p:spPr bwMode="auto">
          <a:xfrm>
            <a:off x="4795770" y="4729190"/>
            <a:ext cx="189738" cy="196776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C5C5C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2" name="Content Placeholder 2"/>
          <p:cNvSpPr txBox="1"/>
          <p:nvPr/>
        </p:nvSpPr>
        <p:spPr>
          <a:xfrm>
            <a:off x="9197000" y="4877931"/>
            <a:ext cx="2106321" cy="7925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50000"/>
              </a:lnSpc>
              <a:buNone/>
              <a:defRPr/>
            </a:pPr>
            <a:r>
              <a:rPr lang="zh-CN" altLang="en-US" sz="1200" dirty="0">
                <a:solidFill>
                  <a:sysClr val="window" lastClr="FFFFFF">
                    <a:lumMod val="65000"/>
                  </a:sysClr>
                </a:solidFill>
                <a:cs typeface="+mn-ea"/>
                <a:sym typeface="+mn-lt"/>
              </a:rPr>
              <a:t>数据库约束</a:t>
            </a:r>
            <a:r>
              <a:rPr lang="en-US" altLang="zh-CN" sz="1200" dirty="0">
                <a:solidFill>
                  <a:sysClr val="window" lastClr="FFFFFF">
                    <a:lumMod val="65000"/>
                  </a:sysClr>
                </a:solidFill>
                <a:cs typeface="+mn-ea"/>
                <a:sym typeface="+mn-lt"/>
              </a:rPr>
              <a:t>+</a:t>
            </a:r>
            <a:r>
              <a:rPr lang="zh-CN" altLang="en-US" sz="1200" dirty="0">
                <a:solidFill>
                  <a:sysClr val="window" lastClr="FFFFFF">
                    <a:lumMod val="65000"/>
                  </a:sysClr>
                </a:solidFill>
                <a:cs typeface="+mn-ea"/>
                <a:sym typeface="+mn-lt"/>
              </a:rPr>
              <a:t>触发器（更新章数</a:t>
            </a:r>
            <a:r>
              <a:rPr lang="en-US" altLang="zh-CN" sz="1200" dirty="0">
                <a:solidFill>
                  <a:sysClr val="window" lastClr="FFFFFF">
                    <a:lumMod val="65000"/>
                  </a:sys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ysClr val="window" lastClr="FFFFFF">
                    <a:lumMod val="65000"/>
                  </a:sysClr>
                </a:solidFill>
                <a:cs typeface="+mn-ea"/>
                <a:sym typeface="+mn-lt"/>
              </a:rPr>
              <a:t>字数），事务回滚</a:t>
            </a:r>
            <a:endParaRPr lang="en-US" altLang="zh-CN" sz="1200" dirty="0">
              <a:solidFill>
                <a:sysClr val="window" lastClr="FFFFFF">
                  <a:lumMod val="65000"/>
                </a:sysClr>
              </a:solidFill>
              <a:cs typeface="+mn-ea"/>
              <a:sym typeface="+mn-lt"/>
            </a:endParaRPr>
          </a:p>
        </p:txBody>
      </p:sp>
      <p:sp>
        <p:nvSpPr>
          <p:cNvPr id="23" name="Title 13"/>
          <p:cNvSpPr txBox="1"/>
          <p:nvPr/>
        </p:nvSpPr>
        <p:spPr>
          <a:xfrm>
            <a:off x="9184108" y="4463048"/>
            <a:ext cx="2884425" cy="532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C5C5C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数据一致性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5C5C5C">
                  <a:lumMod val="65000"/>
                  <a:lumOff val="35000"/>
                </a:srgb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Oval 6"/>
          <p:cNvSpPr/>
          <p:nvPr/>
        </p:nvSpPr>
        <p:spPr>
          <a:xfrm>
            <a:off x="8708513" y="4597557"/>
            <a:ext cx="475253" cy="475253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Freeform 35"/>
          <p:cNvSpPr/>
          <p:nvPr/>
        </p:nvSpPr>
        <p:spPr bwMode="auto">
          <a:xfrm>
            <a:off x="8851270" y="4729190"/>
            <a:ext cx="189738" cy="196776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C5C5C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102" y="210"/>
            <a:ext cx="2100454" cy="6612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30400"/>
            <a:ext cx="12192000" cy="330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545466" y="2444829"/>
            <a:ext cx="5708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1"/>
                </a:solidFill>
              </a:rPr>
              <a:t>系统框架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45466" y="3241379"/>
            <a:ext cx="57082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System Framework · 总体架构 · 技术选型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096311" y="2481952"/>
            <a:ext cx="2131960" cy="2131960"/>
            <a:chOff x="1131485" y="2234042"/>
            <a:chExt cx="1607262" cy="1607262"/>
          </a:xfrm>
        </p:grpSpPr>
        <p:sp>
          <p:nvSpPr>
            <p:cNvPr id="6" name="椭圆 5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1600" y="682170"/>
            <a:ext cx="11988800" cy="6052459"/>
          </a:xfrm>
          <a:prstGeom prst="roundRect">
            <a:avLst>
              <a:gd name="adj" fmla="val 4916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3765" y="-133555"/>
            <a:ext cx="5708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技术选型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75522" y="33929"/>
            <a:ext cx="593817" cy="593817"/>
            <a:chOff x="1131485" y="2234042"/>
            <a:chExt cx="1607262" cy="1607262"/>
          </a:xfrm>
        </p:grpSpPr>
        <p:sp>
          <p:nvSpPr>
            <p:cNvPr id="5" name="椭圆 4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 bwMode="auto">
          <a:xfrm>
            <a:off x="6733042" y="4745945"/>
            <a:ext cx="857250" cy="857250"/>
            <a:chOff x="6196012" y="4862597"/>
            <a:chExt cx="857250" cy="857250"/>
          </a:xfrm>
        </p:grpSpPr>
        <p:sp>
          <p:nvSpPr>
            <p:cNvPr id="9" name="椭圆 8"/>
            <p:cNvSpPr/>
            <p:nvPr/>
          </p:nvSpPr>
          <p:spPr>
            <a:xfrm>
              <a:off x="6196012" y="4862597"/>
              <a:ext cx="857250" cy="857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6346693" y="5060328"/>
              <a:ext cx="558800" cy="487187"/>
            </a:xfrm>
            <a:custGeom>
              <a:avLst/>
              <a:gdLst>
                <a:gd name="T0" fmla="*/ 817373654 w 215"/>
                <a:gd name="T1" fmla="*/ 1018121829 h 187"/>
                <a:gd name="T2" fmla="*/ 378289407 w 215"/>
                <a:gd name="T3" fmla="*/ 658385033 h 187"/>
                <a:gd name="T4" fmla="*/ 965988463 w 215"/>
                <a:gd name="T5" fmla="*/ 468335208 h 187"/>
                <a:gd name="T6" fmla="*/ 1452360186 w 215"/>
                <a:gd name="T7" fmla="*/ 800922402 h 187"/>
                <a:gd name="T8" fmla="*/ 1452360186 w 215"/>
                <a:gd name="T9" fmla="*/ 1018121829 h 187"/>
                <a:gd name="T10" fmla="*/ 817373654 w 215"/>
                <a:gd name="T11" fmla="*/ 1262470860 h 187"/>
                <a:gd name="T12" fmla="*/ 817373654 w 215"/>
                <a:gd name="T13" fmla="*/ 1018121829 h 187"/>
                <a:gd name="T14" fmla="*/ 222919615 w 215"/>
                <a:gd name="T15" fmla="*/ 502274165 h 187"/>
                <a:gd name="T16" fmla="*/ 303982002 w 215"/>
                <a:gd name="T17" fmla="*/ 475121957 h 187"/>
                <a:gd name="T18" fmla="*/ 209409650 w 215"/>
                <a:gd name="T19" fmla="*/ 366523546 h 187"/>
                <a:gd name="T20" fmla="*/ 216164633 w 215"/>
                <a:gd name="T21" fmla="*/ 352947442 h 187"/>
                <a:gd name="T22" fmla="*/ 276962073 w 215"/>
                <a:gd name="T23" fmla="*/ 312224340 h 187"/>
                <a:gd name="T24" fmla="*/ 634986532 w 215"/>
                <a:gd name="T25" fmla="*/ 271498633 h 187"/>
                <a:gd name="T26" fmla="*/ 743068848 w 215"/>
                <a:gd name="T27" fmla="*/ 264711884 h 187"/>
                <a:gd name="T28" fmla="*/ 938968534 w 215"/>
                <a:gd name="T29" fmla="*/ 217199428 h 187"/>
                <a:gd name="T30" fmla="*/ 979498428 w 215"/>
                <a:gd name="T31" fmla="*/ 0 h 187"/>
                <a:gd name="T32" fmla="*/ 911946006 w 215"/>
                <a:gd name="T33" fmla="*/ 13576104 h 187"/>
                <a:gd name="T34" fmla="*/ 898436041 w 215"/>
                <a:gd name="T35" fmla="*/ 162900222 h 187"/>
                <a:gd name="T36" fmla="*/ 743068848 w 215"/>
                <a:gd name="T37" fmla="*/ 196836574 h 187"/>
                <a:gd name="T38" fmla="*/ 628228951 w 215"/>
                <a:gd name="T39" fmla="*/ 203623324 h 187"/>
                <a:gd name="T40" fmla="*/ 256697126 w 215"/>
                <a:gd name="T41" fmla="*/ 251135780 h 187"/>
                <a:gd name="T42" fmla="*/ 162124774 w 215"/>
                <a:gd name="T43" fmla="*/ 312224340 h 187"/>
                <a:gd name="T44" fmla="*/ 141857228 w 215"/>
                <a:gd name="T45" fmla="*/ 359736797 h 187"/>
                <a:gd name="T46" fmla="*/ 148614809 w 215"/>
                <a:gd name="T47" fmla="*/ 414036002 h 187"/>
                <a:gd name="T48" fmla="*/ 222919615 w 215"/>
                <a:gd name="T49" fmla="*/ 502274165 h 187"/>
                <a:gd name="T50" fmla="*/ 283717055 w 215"/>
                <a:gd name="T51" fmla="*/ 638022179 h 187"/>
                <a:gd name="T52" fmla="*/ 533659198 w 215"/>
                <a:gd name="T53" fmla="*/ 556573371 h 187"/>
                <a:gd name="T54" fmla="*/ 310736984 w 215"/>
                <a:gd name="T55" fmla="*/ 536210518 h 187"/>
                <a:gd name="T56" fmla="*/ 67552422 w 215"/>
                <a:gd name="T57" fmla="*/ 610872577 h 187"/>
                <a:gd name="T58" fmla="*/ 283717055 w 215"/>
                <a:gd name="T59" fmla="*/ 638022179 h 187"/>
                <a:gd name="T60" fmla="*/ 412064318 w 215"/>
                <a:gd name="T61" fmla="*/ 502274165 h 187"/>
                <a:gd name="T62" fmla="*/ 621473968 w 215"/>
                <a:gd name="T63" fmla="*/ 529423768 h 187"/>
                <a:gd name="T64" fmla="*/ 621473968 w 215"/>
                <a:gd name="T65" fmla="*/ 529423768 h 187"/>
                <a:gd name="T66" fmla="*/ 878171094 w 215"/>
                <a:gd name="T67" fmla="*/ 447972354 h 187"/>
                <a:gd name="T68" fmla="*/ 526901617 w 215"/>
                <a:gd name="T69" fmla="*/ 468335208 h 187"/>
                <a:gd name="T70" fmla="*/ 412064318 w 215"/>
                <a:gd name="T71" fmla="*/ 502274165 h 187"/>
                <a:gd name="T72" fmla="*/ 0 w 215"/>
                <a:gd name="T73" fmla="*/ 658385033 h 187"/>
                <a:gd name="T74" fmla="*/ 0 w 215"/>
                <a:gd name="T75" fmla="*/ 862008357 h 187"/>
                <a:gd name="T76" fmla="*/ 722801302 w 215"/>
                <a:gd name="T77" fmla="*/ 1269257609 h 187"/>
                <a:gd name="T78" fmla="*/ 722801302 w 215"/>
                <a:gd name="T79" fmla="*/ 1065634286 h 187"/>
                <a:gd name="T80" fmla="*/ 0 w 215"/>
                <a:gd name="T81" fmla="*/ 658385033 h 18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15" h="187">
                  <a:moveTo>
                    <a:pt x="121" y="150"/>
                  </a:moveTo>
                  <a:cubicBezTo>
                    <a:pt x="112" y="119"/>
                    <a:pt x="87" y="104"/>
                    <a:pt x="56" y="97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78" y="78"/>
                    <a:pt x="206" y="100"/>
                    <a:pt x="215" y="118"/>
                  </a:cubicBezTo>
                  <a:cubicBezTo>
                    <a:pt x="215" y="150"/>
                    <a:pt x="215" y="150"/>
                    <a:pt x="215" y="150"/>
                  </a:cubicBezTo>
                  <a:cubicBezTo>
                    <a:pt x="193" y="173"/>
                    <a:pt x="160" y="183"/>
                    <a:pt x="121" y="186"/>
                  </a:cubicBezTo>
                  <a:cubicBezTo>
                    <a:pt x="121" y="174"/>
                    <a:pt x="121" y="162"/>
                    <a:pt x="121" y="150"/>
                  </a:cubicBezTo>
                  <a:close/>
                  <a:moveTo>
                    <a:pt x="33" y="74"/>
                  </a:moveTo>
                  <a:cubicBezTo>
                    <a:pt x="45" y="70"/>
                    <a:pt x="45" y="70"/>
                    <a:pt x="45" y="70"/>
                  </a:cubicBezTo>
                  <a:cubicBezTo>
                    <a:pt x="42" y="68"/>
                    <a:pt x="30" y="59"/>
                    <a:pt x="31" y="54"/>
                  </a:cubicBezTo>
                  <a:cubicBezTo>
                    <a:pt x="31" y="54"/>
                    <a:pt x="32" y="53"/>
                    <a:pt x="32" y="52"/>
                  </a:cubicBezTo>
                  <a:cubicBezTo>
                    <a:pt x="34" y="50"/>
                    <a:pt x="37" y="48"/>
                    <a:pt x="41" y="46"/>
                  </a:cubicBezTo>
                  <a:cubicBezTo>
                    <a:pt x="52" y="42"/>
                    <a:pt x="74" y="41"/>
                    <a:pt x="94" y="40"/>
                  </a:cubicBezTo>
                  <a:cubicBezTo>
                    <a:pt x="100" y="40"/>
                    <a:pt x="105" y="40"/>
                    <a:pt x="110" y="39"/>
                  </a:cubicBezTo>
                  <a:cubicBezTo>
                    <a:pt x="123" y="39"/>
                    <a:pt x="133" y="38"/>
                    <a:pt x="139" y="32"/>
                  </a:cubicBezTo>
                  <a:cubicBezTo>
                    <a:pt x="146" y="27"/>
                    <a:pt x="149" y="17"/>
                    <a:pt x="145" y="0"/>
                  </a:cubicBezTo>
                  <a:cubicBezTo>
                    <a:pt x="135" y="2"/>
                    <a:pt x="135" y="2"/>
                    <a:pt x="135" y="2"/>
                  </a:cubicBezTo>
                  <a:cubicBezTo>
                    <a:pt x="138" y="15"/>
                    <a:pt x="137" y="21"/>
                    <a:pt x="133" y="24"/>
                  </a:cubicBezTo>
                  <a:cubicBezTo>
                    <a:pt x="129" y="28"/>
                    <a:pt x="120" y="28"/>
                    <a:pt x="110" y="29"/>
                  </a:cubicBezTo>
                  <a:cubicBezTo>
                    <a:pt x="104" y="29"/>
                    <a:pt x="99" y="30"/>
                    <a:pt x="93" y="30"/>
                  </a:cubicBezTo>
                  <a:cubicBezTo>
                    <a:pt x="72" y="31"/>
                    <a:pt x="49" y="32"/>
                    <a:pt x="38" y="37"/>
                  </a:cubicBezTo>
                  <a:cubicBezTo>
                    <a:pt x="32" y="39"/>
                    <a:pt x="27" y="42"/>
                    <a:pt x="24" y="46"/>
                  </a:cubicBezTo>
                  <a:cubicBezTo>
                    <a:pt x="22" y="48"/>
                    <a:pt x="21" y="50"/>
                    <a:pt x="21" y="53"/>
                  </a:cubicBezTo>
                  <a:cubicBezTo>
                    <a:pt x="20" y="55"/>
                    <a:pt x="21" y="58"/>
                    <a:pt x="22" y="61"/>
                  </a:cubicBezTo>
                  <a:cubicBezTo>
                    <a:pt x="23" y="65"/>
                    <a:pt x="27" y="69"/>
                    <a:pt x="33" y="74"/>
                  </a:cubicBezTo>
                  <a:close/>
                  <a:moveTo>
                    <a:pt x="42" y="94"/>
                  </a:moveTo>
                  <a:cubicBezTo>
                    <a:pt x="79" y="82"/>
                    <a:pt x="79" y="82"/>
                    <a:pt x="79" y="82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10" y="90"/>
                    <a:pt x="10" y="90"/>
                    <a:pt x="10" y="90"/>
                  </a:cubicBezTo>
                  <a:cubicBezTo>
                    <a:pt x="21" y="91"/>
                    <a:pt x="32" y="92"/>
                    <a:pt x="42" y="94"/>
                  </a:cubicBezTo>
                  <a:close/>
                  <a:moveTo>
                    <a:pt x="61" y="74"/>
                  </a:moveTo>
                  <a:cubicBezTo>
                    <a:pt x="92" y="78"/>
                    <a:pt x="92" y="78"/>
                    <a:pt x="92" y="78"/>
                  </a:cubicBezTo>
                  <a:cubicBezTo>
                    <a:pt x="92" y="78"/>
                    <a:pt x="92" y="78"/>
                    <a:pt x="92" y="78"/>
                  </a:cubicBezTo>
                  <a:cubicBezTo>
                    <a:pt x="130" y="66"/>
                    <a:pt x="130" y="66"/>
                    <a:pt x="130" y="66"/>
                  </a:cubicBezTo>
                  <a:cubicBezTo>
                    <a:pt x="113" y="63"/>
                    <a:pt x="96" y="64"/>
                    <a:pt x="78" y="69"/>
                  </a:cubicBezTo>
                  <a:cubicBezTo>
                    <a:pt x="61" y="74"/>
                    <a:pt x="61" y="74"/>
                    <a:pt x="61" y="74"/>
                  </a:cubicBezTo>
                  <a:close/>
                  <a:moveTo>
                    <a:pt x="0" y="97"/>
                  </a:moveTo>
                  <a:cubicBezTo>
                    <a:pt x="0" y="107"/>
                    <a:pt x="0" y="117"/>
                    <a:pt x="0" y="127"/>
                  </a:cubicBezTo>
                  <a:cubicBezTo>
                    <a:pt x="36" y="148"/>
                    <a:pt x="71" y="166"/>
                    <a:pt x="107" y="187"/>
                  </a:cubicBezTo>
                  <a:cubicBezTo>
                    <a:pt x="107" y="177"/>
                    <a:pt x="107" y="167"/>
                    <a:pt x="107" y="157"/>
                  </a:cubicBezTo>
                  <a:cubicBezTo>
                    <a:pt x="95" y="112"/>
                    <a:pt x="50" y="104"/>
                    <a:pt x="0" y="9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 bwMode="auto">
          <a:xfrm>
            <a:off x="1594304" y="4745945"/>
            <a:ext cx="857250" cy="857250"/>
            <a:chOff x="1057276" y="4857792"/>
            <a:chExt cx="857250" cy="857250"/>
          </a:xfrm>
        </p:grpSpPr>
        <p:sp>
          <p:nvSpPr>
            <p:cNvPr id="12" name="椭圆 11"/>
            <p:cNvSpPr/>
            <p:nvPr/>
          </p:nvSpPr>
          <p:spPr>
            <a:xfrm>
              <a:off x="1057276" y="4857792"/>
              <a:ext cx="857250" cy="857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21"/>
            <p:cNvSpPr>
              <a:spLocks noEditPoints="1"/>
            </p:cNvSpPr>
            <p:nvPr/>
          </p:nvSpPr>
          <p:spPr bwMode="auto">
            <a:xfrm>
              <a:off x="1220967" y="4981301"/>
              <a:ext cx="529867" cy="584832"/>
            </a:xfrm>
            <a:custGeom>
              <a:avLst/>
              <a:gdLst>
                <a:gd name="T0" fmla="*/ 716150040 w 99"/>
                <a:gd name="T1" fmla="*/ 1669695360 h 109"/>
                <a:gd name="T2" fmla="*/ 429690024 w 99"/>
                <a:gd name="T3" fmla="*/ 1756057340 h 109"/>
                <a:gd name="T4" fmla="*/ 1460945011 w 99"/>
                <a:gd name="T5" fmla="*/ 1583333380 h 109"/>
                <a:gd name="T6" fmla="*/ 1804694889 w 99"/>
                <a:gd name="T7" fmla="*/ 1324242073 h 109"/>
                <a:gd name="T8" fmla="*/ 1604175019 w 99"/>
                <a:gd name="T9" fmla="*/ 1698480898 h 109"/>
                <a:gd name="T10" fmla="*/ 1460945011 w 99"/>
                <a:gd name="T11" fmla="*/ 1928786667 h 109"/>
                <a:gd name="T12" fmla="*/ 1317715003 w 99"/>
                <a:gd name="T13" fmla="*/ 1640909822 h 109"/>
                <a:gd name="T14" fmla="*/ 1088544849 w 99"/>
                <a:gd name="T15" fmla="*/ 1065150766 h 109"/>
                <a:gd name="T16" fmla="*/ 1460945011 w 99"/>
                <a:gd name="T17" fmla="*/ 1583333380 h 109"/>
                <a:gd name="T18" fmla="*/ 1203129926 w 99"/>
                <a:gd name="T19" fmla="*/ 949997882 h 109"/>
                <a:gd name="T20" fmla="*/ 1203129926 w 99"/>
                <a:gd name="T21" fmla="*/ 0 h 109"/>
                <a:gd name="T22" fmla="*/ 429690024 w 99"/>
                <a:gd name="T23" fmla="*/ 719697478 h 109"/>
                <a:gd name="T24" fmla="*/ 429690024 w 99"/>
                <a:gd name="T25" fmla="*/ 2147483646 h 109"/>
                <a:gd name="T26" fmla="*/ 2147483646 w 99"/>
                <a:gd name="T27" fmla="*/ 2147483646 h 109"/>
                <a:gd name="T28" fmla="*/ 2147483646 w 99"/>
                <a:gd name="T29" fmla="*/ 2101510628 h 109"/>
                <a:gd name="T30" fmla="*/ 2147483646 w 99"/>
                <a:gd name="T31" fmla="*/ 2043939551 h 109"/>
                <a:gd name="T32" fmla="*/ 1403649796 w 99"/>
                <a:gd name="T33" fmla="*/ 2147483646 h 109"/>
                <a:gd name="T34" fmla="*/ 343749878 w 99"/>
                <a:gd name="T35" fmla="*/ 1727271802 h 109"/>
                <a:gd name="T36" fmla="*/ 1203129926 w 99"/>
                <a:gd name="T37" fmla="*/ 633330133 h 109"/>
                <a:gd name="T38" fmla="*/ 2147483646 w 99"/>
                <a:gd name="T39" fmla="*/ 1353027611 h 109"/>
                <a:gd name="T40" fmla="*/ 2147483646 w 99"/>
                <a:gd name="T41" fmla="*/ 1180303650 h 109"/>
                <a:gd name="T42" fmla="*/ 2147483646 w 99"/>
                <a:gd name="T43" fmla="*/ 1525756937 h 109"/>
                <a:gd name="T44" fmla="*/ 2147483646 w 99"/>
                <a:gd name="T45" fmla="*/ 1612118918 h 109"/>
                <a:gd name="T46" fmla="*/ 2147483646 w 99"/>
                <a:gd name="T47" fmla="*/ 1928786667 h 109"/>
                <a:gd name="T48" fmla="*/ 2147483646 w 99"/>
                <a:gd name="T49" fmla="*/ 1698480898 h 109"/>
                <a:gd name="T50" fmla="*/ 2147483646 w 99"/>
                <a:gd name="T51" fmla="*/ 1640909822 h 109"/>
                <a:gd name="T52" fmla="*/ 2147483646 w 99"/>
                <a:gd name="T53" fmla="*/ 1727271802 h 109"/>
                <a:gd name="T54" fmla="*/ 2147483646 w 99"/>
                <a:gd name="T55" fmla="*/ 2043939551 h 109"/>
                <a:gd name="T56" fmla="*/ 2147483646 w 99"/>
                <a:gd name="T57" fmla="*/ 1928786667 h 109"/>
                <a:gd name="T58" fmla="*/ 2147483646 w 99"/>
                <a:gd name="T59" fmla="*/ 1065150766 h 109"/>
                <a:gd name="T60" fmla="*/ 2147483646 w 99"/>
                <a:gd name="T61" fmla="*/ 806059459 h 109"/>
                <a:gd name="T62" fmla="*/ 2147483646 w 99"/>
                <a:gd name="T63" fmla="*/ 1093936304 h 109"/>
                <a:gd name="T64" fmla="*/ 2147483646 w 99"/>
                <a:gd name="T65" fmla="*/ 1266665631 h 109"/>
                <a:gd name="T66" fmla="*/ 2147483646 w 99"/>
                <a:gd name="T67" fmla="*/ 978788785 h 109"/>
                <a:gd name="T68" fmla="*/ 2033865042 w 99"/>
                <a:gd name="T69" fmla="*/ 806059459 h 109"/>
                <a:gd name="T70" fmla="*/ 2147483646 w 99"/>
                <a:gd name="T71" fmla="*/ 518182614 h 109"/>
                <a:gd name="T72" fmla="*/ 2147483646 w 99"/>
                <a:gd name="T73" fmla="*/ 719697478 h 109"/>
                <a:gd name="T74" fmla="*/ 2147483646 w 99"/>
                <a:gd name="T75" fmla="*/ 777273921 h 109"/>
                <a:gd name="T76" fmla="*/ 1432300079 w 99"/>
                <a:gd name="T77" fmla="*/ 2147483646 h 109"/>
                <a:gd name="T78" fmla="*/ 1518234873 w 99"/>
                <a:gd name="T79" fmla="*/ 2147483646 h 109"/>
                <a:gd name="T80" fmla="*/ 1432300079 w 99"/>
                <a:gd name="T81" fmla="*/ 2147483646 h 109"/>
                <a:gd name="T82" fmla="*/ 1919279966 w 99"/>
                <a:gd name="T83" fmla="*/ 2147483646 h 109"/>
                <a:gd name="T84" fmla="*/ 2147483646 w 99"/>
                <a:gd name="T85" fmla="*/ 2147483646 h 109"/>
                <a:gd name="T86" fmla="*/ 716150040 w 99"/>
                <a:gd name="T87" fmla="*/ 2147483646 h 109"/>
                <a:gd name="T88" fmla="*/ 973965124 w 99"/>
                <a:gd name="T89" fmla="*/ 2147483646 h 109"/>
                <a:gd name="T90" fmla="*/ 716150040 w 99"/>
                <a:gd name="T91" fmla="*/ 2147483646 h 109"/>
                <a:gd name="T92" fmla="*/ 945314841 w 99"/>
                <a:gd name="T93" fmla="*/ 1151512746 h 109"/>
                <a:gd name="T94" fmla="*/ 658854825 w 99"/>
                <a:gd name="T95" fmla="*/ 1036365227 h 109"/>
                <a:gd name="T96" fmla="*/ 2147483646 w 99"/>
                <a:gd name="T97" fmla="*/ 978788785 h 109"/>
                <a:gd name="T98" fmla="*/ 1890635034 w 99"/>
                <a:gd name="T99" fmla="*/ 1122727208 h 109"/>
                <a:gd name="T100" fmla="*/ 2147483646 w 99"/>
                <a:gd name="T101" fmla="*/ 978788785 h 109"/>
                <a:gd name="T102" fmla="*/ 2147483646 w 99"/>
                <a:gd name="T103" fmla="*/ 1698480898 h 109"/>
                <a:gd name="T104" fmla="*/ 2147483646 w 99"/>
                <a:gd name="T105" fmla="*/ 1612118918 h 109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99" h="109">
                  <a:moveTo>
                    <a:pt x="15" y="58"/>
                  </a:moveTo>
                  <a:cubicBezTo>
                    <a:pt x="25" y="58"/>
                    <a:pt x="25" y="58"/>
                    <a:pt x="25" y="58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5" y="58"/>
                    <a:pt x="15" y="58"/>
                    <a:pt x="15" y="58"/>
                  </a:cubicBezTo>
                  <a:close/>
                  <a:moveTo>
                    <a:pt x="51" y="55"/>
                  </a:moveTo>
                  <a:cubicBezTo>
                    <a:pt x="52" y="55"/>
                    <a:pt x="52" y="55"/>
                    <a:pt x="53" y="55"/>
                  </a:cubicBezTo>
                  <a:cubicBezTo>
                    <a:pt x="56" y="52"/>
                    <a:pt x="60" y="48"/>
                    <a:pt x="63" y="46"/>
                  </a:cubicBezTo>
                  <a:cubicBezTo>
                    <a:pt x="64" y="46"/>
                    <a:pt x="65" y="47"/>
                    <a:pt x="66" y="48"/>
                  </a:cubicBezTo>
                  <a:cubicBezTo>
                    <a:pt x="63" y="53"/>
                    <a:pt x="60" y="56"/>
                    <a:pt x="56" y="59"/>
                  </a:cubicBezTo>
                  <a:cubicBezTo>
                    <a:pt x="57" y="60"/>
                    <a:pt x="57" y="60"/>
                    <a:pt x="57" y="61"/>
                  </a:cubicBezTo>
                  <a:cubicBezTo>
                    <a:pt x="57" y="64"/>
                    <a:pt x="54" y="67"/>
                    <a:pt x="51" y="67"/>
                  </a:cubicBezTo>
                  <a:cubicBezTo>
                    <a:pt x="47" y="67"/>
                    <a:pt x="45" y="64"/>
                    <a:pt x="45" y="61"/>
                  </a:cubicBezTo>
                  <a:cubicBezTo>
                    <a:pt x="45" y="59"/>
                    <a:pt x="45" y="58"/>
                    <a:pt x="46" y="57"/>
                  </a:cubicBezTo>
                  <a:cubicBezTo>
                    <a:pt x="41" y="51"/>
                    <a:pt x="38" y="45"/>
                    <a:pt x="35" y="38"/>
                  </a:cubicBezTo>
                  <a:cubicBezTo>
                    <a:pt x="36" y="38"/>
                    <a:pt x="37" y="37"/>
                    <a:pt x="38" y="37"/>
                  </a:cubicBezTo>
                  <a:cubicBezTo>
                    <a:pt x="42" y="42"/>
                    <a:pt x="46" y="49"/>
                    <a:pt x="49" y="55"/>
                  </a:cubicBezTo>
                  <a:cubicBezTo>
                    <a:pt x="49" y="55"/>
                    <a:pt x="50" y="55"/>
                    <a:pt x="51" y="55"/>
                  </a:cubicBezTo>
                  <a:close/>
                  <a:moveTo>
                    <a:pt x="42" y="22"/>
                  </a:moveTo>
                  <a:cubicBezTo>
                    <a:pt x="42" y="33"/>
                    <a:pt x="42" y="33"/>
                    <a:pt x="42" y="33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32" y="12"/>
                    <a:pt x="22" y="17"/>
                    <a:pt x="15" y="25"/>
                  </a:cubicBezTo>
                  <a:cubicBezTo>
                    <a:pt x="5" y="34"/>
                    <a:pt x="0" y="46"/>
                    <a:pt x="0" y="60"/>
                  </a:cubicBezTo>
                  <a:cubicBezTo>
                    <a:pt x="0" y="73"/>
                    <a:pt x="5" y="85"/>
                    <a:pt x="15" y="94"/>
                  </a:cubicBezTo>
                  <a:cubicBezTo>
                    <a:pt x="24" y="104"/>
                    <a:pt x="36" y="109"/>
                    <a:pt x="49" y="109"/>
                  </a:cubicBezTo>
                  <a:cubicBezTo>
                    <a:pt x="63" y="109"/>
                    <a:pt x="75" y="104"/>
                    <a:pt x="84" y="94"/>
                  </a:cubicBezTo>
                  <a:cubicBezTo>
                    <a:pt x="90" y="89"/>
                    <a:pt x="94" y="82"/>
                    <a:pt x="96" y="75"/>
                  </a:cubicBezTo>
                  <a:cubicBezTo>
                    <a:pt x="97" y="73"/>
                    <a:pt x="97" y="73"/>
                    <a:pt x="97" y="73"/>
                  </a:cubicBezTo>
                  <a:cubicBezTo>
                    <a:pt x="86" y="70"/>
                    <a:pt x="86" y="70"/>
                    <a:pt x="86" y="70"/>
                  </a:cubicBezTo>
                  <a:cubicBezTo>
                    <a:pt x="85" y="71"/>
                    <a:pt x="85" y="71"/>
                    <a:pt x="85" y="71"/>
                  </a:cubicBezTo>
                  <a:cubicBezTo>
                    <a:pt x="84" y="77"/>
                    <a:pt x="80" y="82"/>
                    <a:pt x="76" y="86"/>
                  </a:cubicBezTo>
                  <a:cubicBezTo>
                    <a:pt x="69" y="93"/>
                    <a:pt x="60" y="97"/>
                    <a:pt x="49" y="97"/>
                  </a:cubicBezTo>
                  <a:cubicBezTo>
                    <a:pt x="39" y="97"/>
                    <a:pt x="30" y="93"/>
                    <a:pt x="23" y="86"/>
                  </a:cubicBezTo>
                  <a:cubicBezTo>
                    <a:pt x="16" y="79"/>
                    <a:pt x="12" y="70"/>
                    <a:pt x="12" y="60"/>
                  </a:cubicBezTo>
                  <a:cubicBezTo>
                    <a:pt x="12" y="50"/>
                    <a:pt x="16" y="40"/>
                    <a:pt x="23" y="33"/>
                  </a:cubicBezTo>
                  <a:cubicBezTo>
                    <a:pt x="28" y="28"/>
                    <a:pt x="35" y="24"/>
                    <a:pt x="42" y="22"/>
                  </a:cubicBezTo>
                  <a:close/>
                  <a:moveTo>
                    <a:pt x="87" y="54"/>
                  </a:moveTo>
                  <a:cubicBezTo>
                    <a:pt x="87" y="52"/>
                    <a:pt x="86" y="49"/>
                    <a:pt x="85" y="47"/>
                  </a:cubicBezTo>
                  <a:cubicBezTo>
                    <a:pt x="84" y="45"/>
                    <a:pt x="84" y="45"/>
                    <a:pt x="84" y="45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6" y="43"/>
                    <a:pt x="96" y="43"/>
                    <a:pt x="96" y="43"/>
                  </a:cubicBezTo>
                  <a:cubicBezTo>
                    <a:pt x="97" y="46"/>
                    <a:pt x="98" y="50"/>
                    <a:pt x="98" y="53"/>
                  </a:cubicBezTo>
                  <a:cubicBezTo>
                    <a:pt x="99" y="55"/>
                    <a:pt x="99" y="55"/>
                    <a:pt x="99" y="55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7" y="54"/>
                    <a:pt x="87" y="54"/>
                    <a:pt x="87" y="54"/>
                  </a:cubicBezTo>
                  <a:close/>
                  <a:moveTo>
                    <a:pt x="87" y="67"/>
                  </a:moveTo>
                  <a:cubicBezTo>
                    <a:pt x="87" y="64"/>
                    <a:pt x="87" y="62"/>
                    <a:pt x="87" y="60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7"/>
                    <a:pt x="87" y="57"/>
                    <a:pt x="87" y="57"/>
                  </a:cubicBezTo>
                  <a:cubicBezTo>
                    <a:pt x="99" y="57"/>
                    <a:pt x="99" y="57"/>
                    <a:pt x="99" y="57"/>
                  </a:cubicBezTo>
                  <a:cubicBezTo>
                    <a:pt x="99" y="59"/>
                    <a:pt x="99" y="59"/>
                    <a:pt x="99" y="59"/>
                  </a:cubicBezTo>
                  <a:cubicBezTo>
                    <a:pt x="99" y="59"/>
                    <a:pt x="99" y="59"/>
                    <a:pt x="99" y="60"/>
                  </a:cubicBezTo>
                  <a:cubicBezTo>
                    <a:pt x="99" y="63"/>
                    <a:pt x="99" y="66"/>
                    <a:pt x="98" y="69"/>
                  </a:cubicBezTo>
                  <a:cubicBezTo>
                    <a:pt x="97" y="71"/>
                    <a:pt x="97" y="71"/>
                    <a:pt x="97" y="71"/>
                  </a:cubicBezTo>
                  <a:cubicBezTo>
                    <a:pt x="86" y="68"/>
                    <a:pt x="86" y="68"/>
                    <a:pt x="86" y="68"/>
                  </a:cubicBezTo>
                  <a:cubicBezTo>
                    <a:pt x="87" y="67"/>
                    <a:pt x="87" y="67"/>
                    <a:pt x="87" y="67"/>
                  </a:cubicBezTo>
                  <a:close/>
                  <a:moveTo>
                    <a:pt x="83" y="42"/>
                  </a:moveTo>
                  <a:cubicBezTo>
                    <a:pt x="82" y="40"/>
                    <a:pt x="81" y="38"/>
                    <a:pt x="80" y="37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89" y="30"/>
                    <a:pt x="89" y="30"/>
                    <a:pt x="89" y="30"/>
                  </a:cubicBezTo>
                  <a:cubicBezTo>
                    <a:pt x="91" y="32"/>
                    <a:pt x="92" y="35"/>
                    <a:pt x="94" y="38"/>
                  </a:cubicBezTo>
                  <a:cubicBezTo>
                    <a:pt x="95" y="40"/>
                    <a:pt x="95" y="40"/>
                    <a:pt x="95" y="40"/>
                  </a:cubicBezTo>
                  <a:cubicBezTo>
                    <a:pt x="84" y="44"/>
                    <a:pt x="84" y="44"/>
                    <a:pt x="84" y="44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77" y="34"/>
                  </a:moveTo>
                  <a:cubicBezTo>
                    <a:pt x="76" y="33"/>
                    <a:pt x="76" y="33"/>
                    <a:pt x="76" y="33"/>
                  </a:cubicBezTo>
                  <a:cubicBezTo>
                    <a:pt x="75" y="31"/>
                    <a:pt x="73" y="30"/>
                    <a:pt x="71" y="28"/>
                  </a:cubicBezTo>
                  <a:cubicBezTo>
                    <a:pt x="69" y="27"/>
                    <a:pt x="69" y="27"/>
                    <a:pt x="69" y="27"/>
                  </a:cubicBezTo>
                  <a:cubicBezTo>
                    <a:pt x="76" y="18"/>
                    <a:pt x="76" y="18"/>
                    <a:pt x="76" y="18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80" y="21"/>
                    <a:pt x="82" y="23"/>
                    <a:pt x="84" y="25"/>
                  </a:cubicBezTo>
                  <a:cubicBezTo>
                    <a:pt x="85" y="25"/>
                    <a:pt x="85" y="25"/>
                    <a:pt x="85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77" y="34"/>
                    <a:pt x="77" y="34"/>
                    <a:pt x="77" y="34"/>
                  </a:cubicBezTo>
                  <a:close/>
                  <a:moveTo>
                    <a:pt x="50" y="93"/>
                  </a:moveTo>
                  <a:cubicBezTo>
                    <a:pt x="50" y="83"/>
                    <a:pt x="50" y="83"/>
                    <a:pt x="50" y="83"/>
                  </a:cubicBezTo>
                  <a:cubicBezTo>
                    <a:pt x="53" y="83"/>
                    <a:pt x="53" y="83"/>
                    <a:pt x="53" y="8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0" y="93"/>
                    <a:pt x="50" y="93"/>
                    <a:pt x="50" y="93"/>
                  </a:cubicBezTo>
                  <a:close/>
                  <a:moveTo>
                    <a:pt x="74" y="83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74" y="83"/>
                    <a:pt x="74" y="83"/>
                    <a:pt x="74" y="83"/>
                  </a:cubicBezTo>
                  <a:close/>
                  <a:moveTo>
                    <a:pt x="25" y="83"/>
                  </a:moveTo>
                  <a:cubicBezTo>
                    <a:pt x="32" y="76"/>
                    <a:pt x="32" y="76"/>
                    <a:pt x="32" y="76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5" y="83"/>
                    <a:pt x="25" y="83"/>
                    <a:pt x="25" y="83"/>
                  </a:cubicBezTo>
                  <a:close/>
                  <a:moveTo>
                    <a:pt x="26" y="33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6" y="33"/>
                    <a:pt x="26" y="33"/>
                    <a:pt x="26" y="33"/>
                  </a:cubicBezTo>
                  <a:close/>
                  <a:moveTo>
                    <a:pt x="75" y="34"/>
                  </a:moveTo>
                  <a:cubicBezTo>
                    <a:pt x="73" y="32"/>
                    <a:pt x="73" y="32"/>
                    <a:pt x="73" y="32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75" y="34"/>
                    <a:pt x="75" y="34"/>
                    <a:pt x="75" y="34"/>
                  </a:cubicBezTo>
                  <a:close/>
                  <a:moveTo>
                    <a:pt x="85" y="59"/>
                  </a:moveTo>
                  <a:cubicBezTo>
                    <a:pt x="75" y="59"/>
                    <a:pt x="75" y="59"/>
                    <a:pt x="75" y="59"/>
                  </a:cubicBezTo>
                  <a:cubicBezTo>
                    <a:pt x="75" y="56"/>
                    <a:pt x="75" y="56"/>
                    <a:pt x="75" y="56"/>
                  </a:cubicBezTo>
                  <a:cubicBezTo>
                    <a:pt x="85" y="56"/>
                    <a:pt x="85" y="56"/>
                    <a:pt x="85" y="56"/>
                  </a:cubicBezTo>
                  <a:lnTo>
                    <a:pt x="85" y="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 bwMode="auto">
          <a:xfrm>
            <a:off x="6733042" y="3318782"/>
            <a:ext cx="857250" cy="857250"/>
            <a:chOff x="6196012" y="3433805"/>
            <a:chExt cx="857250" cy="857250"/>
          </a:xfrm>
        </p:grpSpPr>
        <p:sp>
          <p:nvSpPr>
            <p:cNvPr id="15" name="椭圆 14"/>
            <p:cNvSpPr/>
            <p:nvPr/>
          </p:nvSpPr>
          <p:spPr>
            <a:xfrm>
              <a:off x="6196012" y="3433805"/>
              <a:ext cx="857250" cy="857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6351114" y="3604480"/>
              <a:ext cx="642298" cy="530165"/>
            </a:xfrm>
            <a:custGeom>
              <a:avLst/>
              <a:gdLst>
                <a:gd name="T0" fmla="*/ 559229600 w 300"/>
                <a:gd name="T1" fmla="*/ 0 h 247"/>
                <a:gd name="T2" fmla="*/ 953442138 w 300"/>
                <a:gd name="T3" fmla="*/ 165855788 h 247"/>
                <a:gd name="T4" fmla="*/ 1118459199 w 300"/>
                <a:gd name="T5" fmla="*/ 562067196 h 247"/>
                <a:gd name="T6" fmla="*/ 953442138 w 300"/>
                <a:gd name="T7" fmla="*/ 958278604 h 247"/>
                <a:gd name="T8" fmla="*/ 559229600 w 300"/>
                <a:gd name="T9" fmla="*/ 1124134392 h 247"/>
                <a:gd name="T10" fmla="*/ 160435335 w 300"/>
                <a:gd name="T11" fmla="*/ 958278604 h 247"/>
                <a:gd name="T12" fmla="*/ 0 w 300"/>
                <a:gd name="T13" fmla="*/ 562067196 h 247"/>
                <a:gd name="T14" fmla="*/ 160435335 w 300"/>
                <a:gd name="T15" fmla="*/ 165855788 h 247"/>
                <a:gd name="T16" fmla="*/ 559229600 w 300"/>
                <a:gd name="T17" fmla="*/ 0 h 247"/>
                <a:gd name="T18" fmla="*/ 802174536 w 300"/>
                <a:gd name="T19" fmla="*/ 1128740603 h 247"/>
                <a:gd name="T20" fmla="*/ 1375155736 w 300"/>
                <a:gd name="T21" fmla="*/ 727922984 h 247"/>
                <a:gd name="T22" fmla="*/ 1365988003 w 300"/>
                <a:gd name="T23" fmla="*/ 580496332 h 247"/>
                <a:gd name="T24" fmla="*/ 802174536 w 300"/>
                <a:gd name="T25" fmla="*/ 1128740603 h 247"/>
                <a:gd name="T26" fmla="*/ 595900533 w 300"/>
                <a:gd name="T27" fmla="*/ 368567703 h 247"/>
                <a:gd name="T28" fmla="*/ 692161735 w 300"/>
                <a:gd name="T29" fmla="*/ 419246755 h 247"/>
                <a:gd name="T30" fmla="*/ 829677737 w 300"/>
                <a:gd name="T31" fmla="*/ 327105366 h 247"/>
                <a:gd name="T32" fmla="*/ 811342270 w 300"/>
                <a:gd name="T33" fmla="*/ 304070018 h 247"/>
                <a:gd name="T34" fmla="*/ 595900533 w 300"/>
                <a:gd name="T35" fmla="*/ 202711915 h 247"/>
                <a:gd name="T36" fmla="*/ 595900533 w 300"/>
                <a:gd name="T37" fmla="*/ 368567703 h 247"/>
                <a:gd name="T38" fmla="*/ 742584269 w 300"/>
                <a:gd name="T39" fmla="*/ 497567365 h 247"/>
                <a:gd name="T40" fmla="*/ 751752002 w 300"/>
                <a:gd name="T41" fmla="*/ 562067196 h 247"/>
                <a:gd name="T42" fmla="*/ 738000402 w 300"/>
                <a:gd name="T43" fmla="*/ 635781595 h 247"/>
                <a:gd name="T44" fmla="*/ 880100271 w 300"/>
                <a:gd name="T45" fmla="*/ 723314627 h 247"/>
                <a:gd name="T46" fmla="*/ 916771204 w 300"/>
                <a:gd name="T47" fmla="*/ 562067196 h 247"/>
                <a:gd name="T48" fmla="*/ 880100271 w 300"/>
                <a:gd name="T49" fmla="*/ 400817619 h 247"/>
                <a:gd name="T50" fmla="*/ 742584269 w 300"/>
                <a:gd name="T51" fmla="*/ 497567365 h 247"/>
                <a:gd name="T52" fmla="*/ 682994001 w 300"/>
                <a:gd name="T53" fmla="*/ 709493848 h 247"/>
                <a:gd name="T54" fmla="*/ 595900533 w 300"/>
                <a:gd name="T55" fmla="*/ 755564542 h 247"/>
                <a:gd name="T56" fmla="*/ 595900533 w 300"/>
                <a:gd name="T57" fmla="*/ 921420331 h 247"/>
                <a:gd name="T58" fmla="*/ 811342270 w 300"/>
                <a:gd name="T59" fmla="*/ 820064373 h 247"/>
                <a:gd name="T60" fmla="*/ 829677737 w 300"/>
                <a:gd name="T61" fmla="*/ 801637383 h 247"/>
                <a:gd name="T62" fmla="*/ 682994001 w 300"/>
                <a:gd name="T63" fmla="*/ 709493848 h 247"/>
                <a:gd name="T64" fmla="*/ 504223199 w 300"/>
                <a:gd name="T65" fmla="*/ 750958332 h 247"/>
                <a:gd name="T66" fmla="*/ 430881331 w 300"/>
                <a:gd name="T67" fmla="*/ 714102205 h 247"/>
                <a:gd name="T68" fmla="*/ 293367471 w 300"/>
                <a:gd name="T69" fmla="*/ 810849805 h 247"/>
                <a:gd name="T70" fmla="*/ 302535204 w 300"/>
                <a:gd name="T71" fmla="*/ 820064373 h 247"/>
                <a:gd name="T72" fmla="*/ 504223199 w 300"/>
                <a:gd name="T73" fmla="*/ 921420331 h 247"/>
                <a:gd name="T74" fmla="*/ 504223199 w 300"/>
                <a:gd name="T75" fmla="*/ 750958332 h 247"/>
                <a:gd name="T76" fmla="*/ 375874931 w 300"/>
                <a:gd name="T77" fmla="*/ 640387806 h 247"/>
                <a:gd name="T78" fmla="*/ 362123330 w 300"/>
                <a:gd name="T79" fmla="*/ 562067196 h 247"/>
                <a:gd name="T80" fmla="*/ 366707197 w 300"/>
                <a:gd name="T81" fmla="*/ 511388144 h 247"/>
                <a:gd name="T82" fmla="*/ 224609470 w 300"/>
                <a:gd name="T83" fmla="*/ 423852966 h 247"/>
                <a:gd name="T84" fmla="*/ 197106269 w 300"/>
                <a:gd name="T85" fmla="*/ 562067196 h 247"/>
                <a:gd name="T86" fmla="*/ 238361070 w 300"/>
                <a:gd name="T87" fmla="*/ 732529195 h 247"/>
                <a:gd name="T88" fmla="*/ 375874931 w 300"/>
                <a:gd name="T89" fmla="*/ 640387806 h 247"/>
                <a:gd name="T90" fmla="*/ 412545864 w 300"/>
                <a:gd name="T91" fmla="*/ 433067534 h 247"/>
                <a:gd name="T92" fmla="*/ 417129731 w 300"/>
                <a:gd name="T93" fmla="*/ 423852966 h 247"/>
                <a:gd name="T94" fmla="*/ 504223199 w 300"/>
                <a:gd name="T95" fmla="*/ 373176060 h 247"/>
                <a:gd name="T96" fmla="*/ 504223199 w 300"/>
                <a:gd name="T97" fmla="*/ 202711915 h 247"/>
                <a:gd name="T98" fmla="*/ 302535204 w 300"/>
                <a:gd name="T99" fmla="*/ 304070018 h 247"/>
                <a:gd name="T100" fmla="*/ 270448137 w 300"/>
                <a:gd name="T101" fmla="*/ 340926145 h 247"/>
                <a:gd name="T102" fmla="*/ 412545864 w 300"/>
                <a:gd name="T103" fmla="*/ 433067534 h 247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300" h="247">
                  <a:moveTo>
                    <a:pt x="122" y="0"/>
                  </a:moveTo>
                  <a:cubicBezTo>
                    <a:pt x="155" y="0"/>
                    <a:pt x="186" y="14"/>
                    <a:pt x="208" y="36"/>
                  </a:cubicBezTo>
                  <a:cubicBezTo>
                    <a:pt x="230" y="58"/>
                    <a:pt x="244" y="88"/>
                    <a:pt x="244" y="122"/>
                  </a:cubicBezTo>
                  <a:cubicBezTo>
                    <a:pt x="244" y="156"/>
                    <a:pt x="230" y="186"/>
                    <a:pt x="208" y="208"/>
                  </a:cubicBezTo>
                  <a:cubicBezTo>
                    <a:pt x="186" y="230"/>
                    <a:pt x="155" y="244"/>
                    <a:pt x="122" y="244"/>
                  </a:cubicBezTo>
                  <a:cubicBezTo>
                    <a:pt x="88" y="244"/>
                    <a:pt x="57" y="230"/>
                    <a:pt x="35" y="208"/>
                  </a:cubicBezTo>
                  <a:cubicBezTo>
                    <a:pt x="13" y="186"/>
                    <a:pt x="0" y="156"/>
                    <a:pt x="0" y="122"/>
                  </a:cubicBezTo>
                  <a:cubicBezTo>
                    <a:pt x="0" y="88"/>
                    <a:pt x="13" y="58"/>
                    <a:pt x="35" y="36"/>
                  </a:cubicBezTo>
                  <a:cubicBezTo>
                    <a:pt x="57" y="14"/>
                    <a:pt x="88" y="0"/>
                    <a:pt x="122" y="0"/>
                  </a:cubicBezTo>
                  <a:close/>
                  <a:moveTo>
                    <a:pt x="175" y="245"/>
                  </a:moveTo>
                  <a:cubicBezTo>
                    <a:pt x="292" y="247"/>
                    <a:pt x="257" y="150"/>
                    <a:pt x="300" y="158"/>
                  </a:cubicBezTo>
                  <a:cubicBezTo>
                    <a:pt x="298" y="126"/>
                    <a:pt x="298" y="126"/>
                    <a:pt x="298" y="126"/>
                  </a:cubicBezTo>
                  <a:cubicBezTo>
                    <a:pt x="230" y="122"/>
                    <a:pt x="286" y="229"/>
                    <a:pt x="175" y="245"/>
                  </a:cubicBezTo>
                  <a:close/>
                  <a:moveTo>
                    <a:pt x="130" y="80"/>
                  </a:moveTo>
                  <a:cubicBezTo>
                    <a:pt x="139" y="82"/>
                    <a:pt x="146" y="86"/>
                    <a:pt x="151" y="9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0" y="69"/>
                    <a:pt x="179" y="68"/>
                    <a:pt x="177" y="66"/>
                  </a:cubicBezTo>
                  <a:cubicBezTo>
                    <a:pt x="165" y="54"/>
                    <a:pt x="149" y="46"/>
                    <a:pt x="130" y="44"/>
                  </a:cubicBezTo>
                  <a:cubicBezTo>
                    <a:pt x="130" y="80"/>
                    <a:pt x="130" y="80"/>
                    <a:pt x="130" y="80"/>
                  </a:cubicBezTo>
                  <a:close/>
                  <a:moveTo>
                    <a:pt x="162" y="108"/>
                  </a:moveTo>
                  <a:cubicBezTo>
                    <a:pt x="164" y="112"/>
                    <a:pt x="164" y="117"/>
                    <a:pt x="164" y="122"/>
                  </a:cubicBezTo>
                  <a:cubicBezTo>
                    <a:pt x="164" y="128"/>
                    <a:pt x="163" y="133"/>
                    <a:pt x="161" y="138"/>
                  </a:cubicBezTo>
                  <a:cubicBezTo>
                    <a:pt x="192" y="157"/>
                    <a:pt x="192" y="157"/>
                    <a:pt x="192" y="157"/>
                  </a:cubicBezTo>
                  <a:cubicBezTo>
                    <a:pt x="197" y="147"/>
                    <a:pt x="200" y="135"/>
                    <a:pt x="200" y="122"/>
                  </a:cubicBezTo>
                  <a:cubicBezTo>
                    <a:pt x="200" y="110"/>
                    <a:pt x="197" y="98"/>
                    <a:pt x="192" y="87"/>
                  </a:cubicBezTo>
                  <a:cubicBezTo>
                    <a:pt x="162" y="108"/>
                    <a:pt x="162" y="108"/>
                    <a:pt x="162" y="108"/>
                  </a:cubicBezTo>
                  <a:close/>
                  <a:moveTo>
                    <a:pt x="149" y="154"/>
                  </a:moveTo>
                  <a:cubicBezTo>
                    <a:pt x="144" y="159"/>
                    <a:pt x="138" y="162"/>
                    <a:pt x="130" y="164"/>
                  </a:cubicBezTo>
                  <a:cubicBezTo>
                    <a:pt x="130" y="200"/>
                    <a:pt x="130" y="200"/>
                    <a:pt x="130" y="200"/>
                  </a:cubicBezTo>
                  <a:cubicBezTo>
                    <a:pt x="149" y="198"/>
                    <a:pt x="165" y="190"/>
                    <a:pt x="177" y="178"/>
                  </a:cubicBezTo>
                  <a:cubicBezTo>
                    <a:pt x="178" y="176"/>
                    <a:pt x="180" y="175"/>
                    <a:pt x="181" y="174"/>
                  </a:cubicBezTo>
                  <a:cubicBezTo>
                    <a:pt x="149" y="154"/>
                    <a:pt x="149" y="154"/>
                    <a:pt x="149" y="154"/>
                  </a:cubicBezTo>
                  <a:close/>
                  <a:moveTo>
                    <a:pt x="110" y="163"/>
                  </a:moveTo>
                  <a:cubicBezTo>
                    <a:pt x="104" y="162"/>
                    <a:pt x="99" y="159"/>
                    <a:pt x="94" y="155"/>
                  </a:cubicBezTo>
                  <a:cubicBezTo>
                    <a:pt x="64" y="176"/>
                    <a:pt x="64" y="176"/>
                    <a:pt x="64" y="176"/>
                  </a:cubicBezTo>
                  <a:cubicBezTo>
                    <a:pt x="65" y="176"/>
                    <a:pt x="65" y="177"/>
                    <a:pt x="66" y="178"/>
                  </a:cubicBezTo>
                  <a:cubicBezTo>
                    <a:pt x="78" y="189"/>
                    <a:pt x="93" y="197"/>
                    <a:pt x="110" y="200"/>
                  </a:cubicBezTo>
                  <a:cubicBezTo>
                    <a:pt x="110" y="163"/>
                    <a:pt x="110" y="163"/>
                    <a:pt x="110" y="163"/>
                  </a:cubicBezTo>
                  <a:close/>
                  <a:moveTo>
                    <a:pt x="82" y="139"/>
                  </a:moveTo>
                  <a:cubicBezTo>
                    <a:pt x="80" y="134"/>
                    <a:pt x="79" y="128"/>
                    <a:pt x="79" y="122"/>
                  </a:cubicBezTo>
                  <a:cubicBezTo>
                    <a:pt x="79" y="118"/>
                    <a:pt x="79" y="115"/>
                    <a:pt x="80" y="111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45" y="101"/>
                    <a:pt x="43" y="111"/>
                    <a:pt x="43" y="122"/>
                  </a:cubicBezTo>
                  <a:cubicBezTo>
                    <a:pt x="43" y="135"/>
                    <a:pt x="46" y="148"/>
                    <a:pt x="52" y="159"/>
                  </a:cubicBezTo>
                  <a:cubicBezTo>
                    <a:pt x="82" y="139"/>
                    <a:pt x="82" y="139"/>
                    <a:pt x="82" y="139"/>
                  </a:cubicBezTo>
                  <a:close/>
                  <a:moveTo>
                    <a:pt x="90" y="94"/>
                  </a:moveTo>
                  <a:cubicBezTo>
                    <a:pt x="90" y="93"/>
                    <a:pt x="91" y="92"/>
                    <a:pt x="91" y="92"/>
                  </a:cubicBezTo>
                  <a:cubicBezTo>
                    <a:pt x="97" y="86"/>
                    <a:pt x="103" y="83"/>
                    <a:pt x="110" y="81"/>
                  </a:cubicBezTo>
                  <a:cubicBezTo>
                    <a:pt x="110" y="44"/>
                    <a:pt x="110" y="44"/>
                    <a:pt x="110" y="44"/>
                  </a:cubicBezTo>
                  <a:cubicBezTo>
                    <a:pt x="93" y="46"/>
                    <a:pt x="78" y="55"/>
                    <a:pt x="66" y="66"/>
                  </a:cubicBezTo>
                  <a:cubicBezTo>
                    <a:pt x="63" y="69"/>
                    <a:pt x="61" y="72"/>
                    <a:pt x="59" y="74"/>
                  </a:cubicBezTo>
                  <a:lnTo>
                    <a:pt x="90" y="9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1594304" y="1885270"/>
            <a:ext cx="857250" cy="857250"/>
            <a:chOff x="1057276" y="2000208"/>
            <a:chExt cx="857250" cy="857250"/>
          </a:xfrm>
        </p:grpSpPr>
        <p:sp>
          <p:nvSpPr>
            <p:cNvPr id="18" name="椭圆 17"/>
            <p:cNvSpPr/>
            <p:nvPr/>
          </p:nvSpPr>
          <p:spPr>
            <a:xfrm>
              <a:off x="1057276" y="2000208"/>
              <a:ext cx="857250" cy="857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233667" y="2140995"/>
              <a:ext cx="496528" cy="551405"/>
            </a:xfrm>
            <a:custGeom>
              <a:avLst/>
              <a:gdLst>
                <a:gd name="T0" fmla="*/ 540564230 w 77"/>
                <a:gd name="T1" fmla="*/ 328874612 h 86"/>
                <a:gd name="T2" fmla="*/ 1580119755 w 77"/>
                <a:gd name="T3" fmla="*/ 41111731 h 86"/>
                <a:gd name="T4" fmla="*/ 2147483646 w 77"/>
                <a:gd name="T5" fmla="*/ 534426855 h 86"/>
                <a:gd name="T6" fmla="*/ 2147483646 w 77"/>
                <a:gd name="T7" fmla="*/ 1562168835 h 86"/>
                <a:gd name="T8" fmla="*/ 2147483646 w 77"/>
                <a:gd name="T9" fmla="*/ 2147483646 h 86"/>
                <a:gd name="T10" fmla="*/ 2147483646 w 77"/>
                <a:gd name="T11" fmla="*/ 2147483646 h 86"/>
                <a:gd name="T12" fmla="*/ 2147483646 w 77"/>
                <a:gd name="T13" fmla="*/ 2147483646 h 86"/>
                <a:gd name="T14" fmla="*/ 2147483646 w 77"/>
                <a:gd name="T15" fmla="*/ 2147483646 h 86"/>
                <a:gd name="T16" fmla="*/ 2147483646 w 77"/>
                <a:gd name="T17" fmla="*/ 2147483646 h 86"/>
                <a:gd name="T18" fmla="*/ 2147483646 w 77"/>
                <a:gd name="T19" fmla="*/ 2147483646 h 86"/>
                <a:gd name="T20" fmla="*/ 2120683985 w 77"/>
                <a:gd name="T21" fmla="*/ 2147483646 h 86"/>
                <a:gd name="T22" fmla="*/ 2037518769 w 77"/>
                <a:gd name="T23" fmla="*/ 2147483646 h 86"/>
                <a:gd name="T24" fmla="*/ 1247458892 w 77"/>
                <a:gd name="T25" fmla="*/ 2147483646 h 86"/>
                <a:gd name="T26" fmla="*/ 332654415 w 77"/>
                <a:gd name="T27" fmla="*/ 2147483646 h 86"/>
                <a:gd name="T28" fmla="*/ 41579384 w 77"/>
                <a:gd name="T29" fmla="*/ 1233294223 h 86"/>
                <a:gd name="T30" fmla="*/ 540564230 w 77"/>
                <a:gd name="T31" fmla="*/ 328874612 h 86"/>
                <a:gd name="T32" fmla="*/ 1247458892 w 77"/>
                <a:gd name="T33" fmla="*/ 2014378640 h 86"/>
                <a:gd name="T34" fmla="*/ 1580119755 w 77"/>
                <a:gd name="T35" fmla="*/ 2014378640 h 86"/>
                <a:gd name="T36" fmla="*/ 1580119755 w 77"/>
                <a:gd name="T37" fmla="*/ 1644385885 h 86"/>
                <a:gd name="T38" fmla="*/ 1954360002 w 77"/>
                <a:gd name="T39" fmla="*/ 1644385885 h 86"/>
                <a:gd name="T40" fmla="*/ 1954360002 w 77"/>
                <a:gd name="T41" fmla="*/ 1315511273 h 86"/>
                <a:gd name="T42" fmla="*/ 1580119755 w 77"/>
                <a:gd name="T43" fmla="*/ 1315511273 h 86"/>
                <a:gd name="T44" fmla="*/ 1580119755 w 77"/>
                <a:gd name="T45" fmla="*/ 945524930 h 86"/>
                <a:gd name="T46" fmla="*/ 1247458892 w 77"/>
                <a:gd name="T47" fmla="*/ 945524930 h 86"/>
                <a:gd name="T48" fmla="*/ 1247458892 w 77"/>
                <a:gd name="T49" fmla="*/ 1315511273 h 86"/>
                <a:gd name="T50" fmla="*/ 873225093 w 77"/>
                <a:gd name="T51" fmla="*/ 1315511273 h 86"/>
                <a:gd name="T52" fmla="*/ 873225093 w 77"/>
                <a:gd name="T53" fmla="*/ 1644385885 h 86"/>
                <a:gd name="T54" fmla="*/ 1247458892 w 77"/>
                <a:gd name="T55" fmla="*/ 1644385885 h 86"/>
                <a:gd name="T56" fmla="*/ 1247458892 w 77"/>
                <a:gd name="T57" fmla="*/ 2014378640 h 86"/>
                <a:gd name="T58" fmla="*/ 748474045 w 77"/>
                <a:gd name="T59" fmla="*/ 1479951785 h 86"/>
                <a:gd name="T60" fmla="*/ 1788029570 w 77"/>
                <a:gd name="T61" fmla="*/ 781084418 h 86"/>
                <a:gd name="T62" fmla="*/ 748474045 w 77"/>
                <a:gd name="T63" fmla="*/ 1479951785 h 86"/>
                <a:gd name="T64" fmla="*/ 1496954539 w 77"/>
                <a:gd name="T65" fmla="*/ 493315124 h 86"/>
                <a:gd name="T66" fmla="*/ 831639261 w 77"/>
                <a:gd name="T67" fmla="*/ 657755636 h 86"/>
                <a:gd name="T68" fmla="*/ 498984846 w 77"/>
                <a:gd name="T69" fmla="*/ 1274399542 h 86"/>
                <a:gd name="T70" fmla="*/ 665315278 w 77"/>
                <a:gd name="T71" fmla="*/ 1932155178 h 86"/>
                <a:gd name="T72" fmla="*/ 1289044724 w 77"/>
                <a:gd name="T73" fmla="*/ 2147483646 h 86"/>
                <a:gd name="T74" fmla="*/ 1954360002 w 77"/>
                <a:gd name="T75" fmla="*/ 2096595690 h 86"/>
                <a:gd name="T76" fmla="*/ 2147483646 w 77"/>
                <a:gd name="T77" fmla="*/ 1479951785 h 86"/>
                <a:gd name="T78" fmla="*/ 2120683985 w 77"/>
                <a:gd name="T79" fmla="*/ 822196148 h 86"/>
                <a:gd name="T80" fmla="*/ 1496954539 w 77"/>
                <a:gd name="T81" fmla="*/ 493315124 h 8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77" h="86">
                  <a:moveTo>
                    <a:pt x="13" y="8"/>
                  </a:moveTo>
                  <a:cubicBezTo>
                    <a:pt x="20" y="2"/>
                    <a:pt x="29" y="0"/>
                    <a:pt x="38" y="1"/>
                  </a:cubicBezTo>
                  <a:cubicBezTo>
                    <a:pt x="46" y="2"/>
                    <a:pt x="54" y="6"/>
                    <a:pt x="59" y="13"/>
                  </a:cubicBezTo>
                  <a:cubicBezTo>
                    <a:pt x="65" y="21"/>
                    <a:pt x="67" y="29"/>
                    <a:pt x="66" y="38"/>
                  </a:cubicBezTo>
                  <a:cubicBezTo>
                    <a:pt x="65" y="44"/>
                    <a:pt x="63" y="50"/>
                    <a:pt x="58" y="55"/>
                  </a:cubicBezTo>
                  <a:cubicBezTo>
                    <a:pt x="60" y="56"/>
                    <a:pt x="62" y="57"/>
                    <a:pt x="64" y="59"/>
                  </a:cubicBezTo>
                  <a:cubicBezTo>
                    <a:pt x="74" y="72"/>
                    <a:pt x="74" y="72"/>
                    <a:pt x="74" y="72"/>
                  </a:cubicBezTo>
                  <a:cubicBezTo>
                    <a:pt x="77" y="76"/>
                    <a:pt x="76" y="81"/>
                    <a:pt x="73" y="84"/>
                  </a:cubicBezTo>
                  <a:cubicBezTo>
                    <a:pt x="73" y="84"/>
                    <a:pt x="73" y="84"/>
                    <a:pt x="73" y="84"/>
                  </a:cubicBezTo>
                  <a:cubicBezTo>
                    <a:pt x="69" y="86"/>
                    <a:pt x="64" y="86"/>
                    <a:pt x="62" y="82"/>
                  </a:cubicBezTo>
                  <a:cubicBezTo>
                    <a:pt x="51" y="68"/>
                    <a:pt x="51" y="68"/>
                    <a:pt x="51" y="68"/>
                  </a:cubicBezTo>
                  <a:cubicBezTo>
                    <a:pt x="50" y="67"/>
                    <a:pt x="49" y="65"/>
                    <a:pt x="49" y="63"/>
                  </a:cubicBezTo>
                  <a:cubicBezTo>
                    <a:pt x="43" y="66"/>
                    <a:pt x="36" y="67"/>
                    <a:pt x="30" y="66"/>
                  </a:cubicBezTo>
                  <a:cubicBezTo>
                    <a:pt x="21" y="65"/>
                    <a:pt x="13" y="61"/>
                    <a:pt x="8" y="54"/>
                  </a:cubicBezTo>
                  <a:cubicBezTo>
                    <a:pt x="2" y="47"/>
                    <a:pt x="0" y="38"/>
                    <a:pt x="1" y="30"/>
                  </a:cubicBezTo>
                  <a:cubicBezTo>
                    <a:pt x="2" y="21"/>
                    <a:pt x="6" y="13"/>
                    <a:pt x="13" y="8"/>
                  </a:cubicBezTo>
                  <a:close/>
                  <a:moveTo>
                    <a:pt x="30" y="49"/>
                  </a:moveTo>
                  <a:cubicBezTo>
                    <a:pt x="38" y="49"/>
                    <a:pt x="38" y="49"/>
                    <a:pt x="38" y="4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9"/>
                    <a:pt x="30" y="49"/>
                    <a:pt x="30" y="49"/>
                  </a:cubicBezTo>
                  <a:close/>
                  <a:moveTo>
                    <a:pt x="18" y="36"/>
                  </a:moveTo>
                  <a:cubicBezTo>
                    <a:pt x="22" y="26"/>
                    <a:pt x="31" y="21"/>
                    <a:pt x="43" y="19"/>
                  </a:cubicBezTo>
                  <a:cubicBezTo>
                    <a:pt x="31" y="11"/>
                    <a:pt x="16" y="22"/>
                    <a:pt x="18" y="36"/>
                  </a:cubicBezTo>
                  <a:close/>
                  <a:moveTo>
                    <a:pt x="36" y="12"/>
                  </a:moveTo>
                  <a:cubicBezTo>
                    <a:pt x="31" y="11"/>
                    <a:pt x="25" y="13"/>
                    <a:pt x="20" y="16"/>
                  </a:cubicBezTo>
                  <a:cubicBezTo>
                    <a:pt x="15" y="20"/>
                    <a:pt x="13" y="25"/>
                    <a:pt x="12" y="31"/>
                  </a:cubicBezTo>
                  <a:cubicBezTo>
                    <a:pt x="11" y="37"/>
                    <a:pt x="13" y="42"/>
                    <a:pt x="16" y="47"/>
                  </a:cubicBezTo>
                  <a:cubicBezTo>
                    <a:pt x="20" y="52"/>
                    <a:pt x="25" y="55"/>
                    <a:pt x="31" y="55"/>
                  </a:cubicBezTo>
                  <a:cubicBezTo>
                    <a:pt x="36" y="56"/>
                    <a:pt x="42" y="55"/>
                    <a:pt x="47" y="51"/>
                  </a:cubicBezTo>
                  <a:cubicBezTo>
                    <a:pt x="52" y="47"/>
                    <a:pt x="55" y="42"/>
                    <a:pt x="55" y="36"/>
                  </a:cubicBezTo>
                  <a:cubicBezTo>
                    <a:pt x="56" y="31"/>
                    <a:pt x="54" y="25"/>
                    <a:pt x="51" y="20"/>
                  </a:cubicBezTo>
                  <a:cubicBezTo>
                    <a:pt x="47" y="15"/>
                    <a:pt x="42" y="13"/>
                    <a:pt x="36" y="1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 bwMode="auto">
          <a:xfrm>
            <a:off x="6733042" y="1890032"/>
            <a:ext cx="857250" cy="857250"/>
            <a:chOff x="6196012" y="2005013"/>
            <a:chExt cx="857250" cy="857250"/>
          </a:xfrm>
        </p:grpSpPr>
        <p:sp>
          <p:nvSpPr>
            <p:cNvPr id="21" name="椭圆 20"/>
            <p:cNvSpPr/>
            <p:nvPr/>
          </p:nvSpPr>
          <p:spPr>
            <a:xfrm>
              <a:off x="6196012" y="2005013"/>
              <a:ext cx="857250" cy="857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17"/>
            <p:cNvSpPr>
              <a:spLocks noEditPoints="1"/>
            </p:cNvSpPr>
            <p:nvPr/>
          </p:nvSpPr>
          <p:spPr bwMode="auto">
            <a:xfrm>
              <a:off x="6322950" y="2198688"/>
              <a:ext cx="590480" cy="460374"/>
            </a:xfrm>
            <a:custGeom>
              <a:avLst/>
              <a:gdLst>
                <a:gd name="T0" fmla="*/ 1222871905 w 97"/>
                <a:gd name="T1" fmla="*/ 2147483646 h 75"/>
                <a:gd name="T2" fmla="*/ 1630497903 w 97"/>
                <a:gd name="T3" fmla="*/ 2147483646 h 75"/>
                <a:gd name="T4" fmla="*/ 1741666416 w 97"/>
                <a:gd name="T5" fmla="*/ 2147483646 h 75"/>
                <a:gd name="T6" fmla="*/ 1741666416 w 97"/>
                <a:gd name="T7" fmla="*/ 1846271613 h 75"/>
                <a:gd name="T8" fmla="*/ 1445208931 w 97"/>
                <a:gd name="T9" fmla="*/ 1695551304 h 75"/>
                <a:gd name="T10" fmla="*/ 1111703392 w 97"/>
                <a:gd name="T11" fmla="*/ 1883948621 h 75"/>
                <a:gd name="T12" fmla="*/ 1111703392 w 97"/>
                <a:gd name="T13" fmla="*/ 2147483646 h 75"/>
                <a:gd name="T14" fmla="*/ 1222871905 w 97"/>
                <a:gd name="T15" fmla="*/ 2147483646 h 75"/>
                <a:gd name="T16" fmla="*/ 0 w 97"/>
                <a:gd name="T17" fmla="*/ 1846271613 h 75"/>
                <a:gd name="T18" fmla="*/ 1371100647 w 97"/>
                <a:gd name="T19" fmla="*/ 1055011473 h 75"/>
                <a:gd name="T20" fmla="*/ 1445208931 w 97"/>
                <a:gd name="T21" fmla="*/ 979651319 h 75"/>
                <a:gd name="T22" fmla="*/ 1519323302 w 97"/>
                <a:gd name="T23" fmla="*/ 1055011473 h 75"/>
                <a:gd name="T24" fmla="*/ 1926949300 w 97"/>
                <a:gd name="T25" fmla="*/ 1281085799 h 75"/>
                <a:gd name="T26" fmla="*/ 2147483646 w 97"/>
                <a:gd name="T27" fmla="*/ 339111488 h 75"/>
                <a:gd name="T28" fmla="*/ 2147483646 w 97"/>
                <a:gd name="T29" fmla="*/ 150714171 h 75"/>
                <a:gd name="T30" fmla="*/ 2147483646 w 97"/>
                <a:gd name="T31" fmla="*/ 75360155 h 75"/>
                <a:gd name="T32" fmla="*/ 2147483646 w 97"/>
                <a:gd name="T33" fmla="*/ 0 h 75"/>
                <a:gd name="T34" fmla="*/ 2147483646 w 97"/>
                <a:gd name="T35" fmla="*/ 376788497 h 75"/>
                <a:gd name="T36" fmla="*/ 2147483646 w 97"/>
                <a:gd name="T37" fmla="*/ 715899985 h 75"/>
                <a:gd name="T38" fmla="*/ 2147483646 w 97"/>
                <a:gd name="T39" fmla="*/ 565185814 h 75"/>
                <a:gd name="T40" fmla="*/ 2038117813 w 97"/>
                <a:gd name="T41" fmla="*/ 1582514141 h 75"/>
                <a:gd name="T42" fmla="*/ 1964003442 w 97"/>
                <a:gd name="T43" fmla="*/ 1657874296 h 75"/>
                <a:gd name="T44" fmla="*/ 1852834929 w 97"/>
                <a:gd name="T45" fmla="*/ 1620197287 h 75"/>
                <a:gd name="T46" fmla="*/ 1445208931 w 97"/>
                <a:gd name="T47" fmla="*/ 1356445954 h 75"/>
                <a:gd name="T48" fmla="*/ 185282884 w 97"/>
                <a:gd name="T49" fmla="*/ 2147483646 h 75"/>
                <a:gd name="T50" fmla="*/ 0 w 97"/>
                <a:gd name="T51" fmla="*/ 1846271613 h 75"/>
                <a:gd name="T52" fmla="*/ 370565768 w 97"/>
                <a:gd name="T53" fmla="*/ 2147483646 h 75"/>
                <a:gd name="T54" fmla="*/ 778191766 w 97"/>
                <a:gd name="T55" fmla="*/ 2147483646 h 75"/>
                <a:gd name="T56" fmla="*/ 852306137 w 97"/>
                <a:gd name="T57" fmla="*/ 2147483646 h 75"/>
                <a:gd name="T58" fmla="*/ 852306137 w 97"/>
                <a:gd name="T59" fmla="*/ 2034662792 h 75"/>
                <a:gd name="T60" fmla="*/ 259397255 w 97"/>
                <a:gd name="T61" fmla="*/ 2147483646 h 75"/>
                <a:gd name="T62" fmla="*/ 259397255 w 97"/>
                <a:gd name="T63" fmla="*/ 2147483646 h 75"/>
                <a:gd name="T64" fmla="*/ 370565768 w 97"/>
                <a:gd name="T65" fmla="*/ 2147483646 h 75"/>
                <a:gd name="T66" fmla="*/ 2075178042 w 97"/>
                <a:gd name="T67" fmla="*/ 2147483646 h 75"/>
                <a:gd name="T68" fmla="*/ 2147483646 w 97"/>
                <a:gd name="T69" fmla="*/ 2147483646 h 75"/>
                <a:gd name="T70" fmla="*/ 2147483646 w 97"/>
                <a:gd name="T71" fmla="*/ 2147483646 h 75"/>
                <a:gd name="T72" fmla="*/ 2147483646 w 97"/>
                <a:gd name="T73" fmla="*/ 1469476978 h 75"/>
                <a:gd name="T74" fmla="*/ 2147483646 w 97"/>
                <a:gd name="T75" fmla="*/ 1469476978 h 75"/>
                <a:gd name="T76" fmla="*/ 2001063671 w 97"/>
                <a:gd name="T77" fmla="*/ 1996985784 h 75"/>
                <a:gd name="T78" fmla="*/ 1964003442 w 97"/>
                <a:gd name="T79" fmla="*/ 1959308776 h 75"/>
                <a:gd name="T80" fmla="*/ 1964003442 w 97"/>
                <a:gd name="T81" fmla="*/ 2147483646 h 75"/>
                <a:gd name="T82" fmla="*/ 2075178042 w 97"/>
                <a:gd name="T83" fmla="*/ 2147483646 h 75"/>
                <a:gd name="T84" fmla="*/ 2147483646 w 97"/>
                <a:gd name="T85" fmla="*/ 2147483646 h 75"/>
                <a:gd name="T86" fmla="*/ 2147483646 w 97"/>
                <a:gd name="T87" fmla="*/ 2147483646 h 75"/>
                <a:gd name="T88" fmla="*/ 2147483646 w 97"/>
                <a:gd name="T89" fmla="*/ 2147483646 h 75"/>
                <a:gd name="T90" fmla="*/ 2147483646 w 97"/>
                <a:gd name="T91" fmla="*/ 1205725644 h 75"/>
                <a:gd name="T92" fmla="*/ 2147483646 w 97"/>
                <a:gd name="T93" fmla="*/ 904297302 h 75"/>
                <a:gd name="T94" fmla="*/ 2147483646 w 97"/>
                <a:gd name="T95" fmla="*/ 1243408791 h 75"/>
                <a:gd name="T96" fmla="*/ 2147483646 w 97"/>
                <a:gd name="T97" fmla="*/ 2147483646 h 75"/>
                <a:gd name="T98" fmla="*/ 2147483646 w 97"/>
                <a:gd name="T99" fmla="*/ 2147483646 h 7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97" h="75">
                  <a:moveTo>
                    <a:pt x="33" y="75"/>
                  </a:moveTo>
                  <a:cubicBezTo>
                    <a:pt x="37" y="75"/>
                    <a:pt x="40" y="75"/>
                    <a:pt x="44" y="75"/>
                  </a:cubicBezTo>
                  <a:cubicBezTo>
                    <a:pt x="45" y="75"/>
                    <a:pt x="47" y="74"/>
                    <a:pt x="47" y="73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73"/>
                    <a:pt x="30" y="73"/>
                    <a:pt x="30" y="73"/>
                  </a:cubicBezTo>
                  <a:cubicBezTo>
                    <a:pt x="30" y="74"/>
                    <a:pt x="31" y="75"/>
                    <a:pt x="33" y="75"/>
                  </a:cubicBezTo>
                  <a:close/>
                  <a:moveTo>
                    <a:pt x="0" y="49"/>
                  </a:moveTo>
                  <a:cubicBezTo>
                    <a:pt x="37" y="28"/>
                    <a:pt x="37" y="28"/>
                    <a:pt x="37" y="28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55" y="42"/>
                    <a:pt x="55" y="42"/>
                    <a:pt x="55" y="42"/>
                  </a:cubicBezTo>
                  <a:cubicBezTo>
                    <a:pt x="53" y="44"/>
                    <a:pt x="53" y="44"/>
                    <a:pt x="53" y="44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0" y="49"/>
                    <a:pt x="0" y="49"/>
                    <a:pt x="0" y="49"/>
                  </a:cubicBezTo>
                  <a:close/>
                  <a:moveTo>
                    <a:pt x="10" y="75"/>
                  </a:moveTo>
                  <a:cubicBezTo>
                    <a:pt x="21" y="75"/>
                    <a:pt x="21" y="75"/>
                    <a:pt x="21" y="75"/>
                  </a:cubicBezTo>
                  <a:cubicBezTo>
                    <a:pt x="22" y="75"/>
                    <a:pt x="23" y="74"/>
                    <a:pt x="23" y="73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7" y="64"/>
                    <a:pt x="7" y="64"/>
                    <a:pt x="7" y="64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8" y="75"/>
                    <a:pt x="10" y="75"/>
                  </a:cubicBezTo>
                  <a:close/>
                  <a:moveTo>
                    <a:pt x="56" y="75"/>
                  </a:moveTo>
                  <a:cubicBezTo>
                    <a:pt x="60" y="75"/>
                    <a:pt x="63" y="75"/>
                    <a:pt x="67" y="75"/>
                  </a:cubicBezTo>
                  <a:cubicBezTo>
                    <a:pt x="69" y="75"/>
                    <a:pt x="70" y="74"/>
                    <a:pt x="70" y="73"/>
                  </a:cubicBezTo>
                  <a:cubicBezTo>
                    <a:pt x="70" y="62"/>
                    <a:pt x="70" y="50"/>
                    <a:pt x="70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73"/>
                    <a:pt x="53" y="73"/>
                    <a:pt x="53" y="73"/>
                  </a:cubicBezTo>
                  <a:cubicBezTo>
                    <a:pt x="53" y="74"/>
                    <a:pt x="55" y="75"/>
                    <a:pt x="56" y="75"/>
                  </a:cubicBezTo>
                  <a:close/>
                  <a:moveTo>
                    <a:pt x="79" y="75"/>
                  </a:moveTo>
                  <a:cubicBezTo>
                    <a:pt x="90" y="75"/>
                    <a:pt x="90" y="75"/>
                    <a:pt x="90" y="75"/>
                  </a:cubicBezTo>
                  <a:cubicBezTo>
                    <a:pt x="92" y="75"/>
                    <a:pt x="93" y="74"/>
                    <a:pt x="93" y="73"/>
                  </a:cubicBezTo>
                  <a:cubicBezTo>
                    <a:pt x="93" y="32"/>
                    <a:pt x="93" y="32"/>
                    <a:pt x="93" y="32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7" y="74"/>
                    <a:pt x="78" y="75"/>
                    <a:pt x="79" y="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 bwMode="auto">
          <a:xfrm>
            <a:off x="1594304" y="3314020"/>
            <a:ext cx="857250" cy="857250"/>
            <a:chOff x="1057276" y="3429000"/>
            <a:chExt cx="857250" cy="857250"/>
          </a:xfrm>
        </p:grpSpPr>
        <p:sp>
          <p:nvSpPr>
            <p:cNvPr id="24" name="椭圆 23"/>
            <p:cNvSpPr/>
            <p:nvPr/>
          </p:nvSpPr>
          <p:spPr>
            <a:xfrm>
              <a:off x="1057276" y="3429000"/>
              <a:ext cx="857250" cy="857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13"/>
            <p:cNvSpPr>
              <a:spLocks noEditPoints="1"/>
            </p:cNvSpPr>
            <p:nvPr/>
          </p:nvSpPr>
          <p:spPr bwMode="auto">
            <a:xfrm>
              <a:off x="1213110" y="3529551"/>
              <a:ext cx="566299" cy="580818"/>
            </a:xfrm>
            <a:custGeom>
              <a:avLst/>
              <a:gdLst>
                <a:gd name="T0" fmla="*/ 173989469 w 96"/>
                <a:gd name="T1" fmla="*/ 1445638401 h 99"/>
                <a:gd name="T2" fmla="*/ 2147483646 w 96"/>
                <a:gd name="T3" fmla="*/ 1445638401 h 99"/>
                <a:gd name="T4" fmla="*/ 2147483646 w 96"/>
                <a:gd name="T5" fmla="*/ 1411217601 h 99"/>
                <a:gd name="T6" fmla="*/ 2147483646 w 96"/>
                <a:gd name="T7" fmla="*/ 1617736535 h 99"/>
                <a:gd name="T8" fmla="*/ 2147483646 w 96"/>
                <a:gd name="T9" fmla="*/ 2065195202 h 99"/>
                <a:gd name="T10" fmla="*/ 2147483646 w 96"/>
                <a:gd name="T11" fmla="*/ 2147483646 h 99"/>
                <a:gd name="T12" fmla="*/ 2147483646 w 96"/>
                <a:gd name="T13" fmla="*/ 2147483646 h 99"/>
                <a:gd name="T14" fmla="*/ 2147483646 w 96"/>
                <a:gd name="T15" fmla="*/ 2147483646 h 99"/>
                <a:gd name="T16" fmla="*/ 2147483646 w 96"/>
                <a:gd name="T17" fmla="*/ 2147483646 h 99"/>
                <a:gd name="T18" fmla="*/ 2147483646 w 96"/>
                <a:gd name="T19" fmla="*/ 2147483646 h 99"/>
                <a:gd name="T20" fmla="*/ 2147483646 w 96"/>
                <a:gd name="T21" fmla="*/ 2147483646 h 99"/>
                <a:gd name="T22" fmla="*/ 2147483646 w 96"/>
                <a:gd name="T23" fmla="*/ 2147483646 h 99"/>
                <a:gd name="T24" fmla="*/ 591558295 w 96"/>
                <a:gd name="T25" fmla="*/ 2147483646 h 99"/>
                <a:gd name="T26" fmla="*/ 417568826 w 96"/>
                <a:gd name="T27" fmla="*/ 2147483646 h 99"/>
                <a:gd name="T28" fmla="*/ 0 w 96"/>
                <a:gd name="T29" fmla="*/ 2147483646 h 99"/>
                <a:gd name="T30" fmla="*/ 591558295 w 96"/>
                <a:gd name="T31" fmla="*/ 2147483646 h 99"/>
                <a:gd name="T32" fmla="*/ 730749870 w 96"/>
                <a:gd name="T33" fmla="*/ 2147483646 h 99"/>
                <a:gd name="T34" fmla="*/ 173989469 w 96"/>
                <a:gd name="T35" fmla="*/ 1445638401 h 99"/>
                <a:gd name="T36" fmla="*/ 1948664354 w 96"/>
                <a:gd name="T37" fmla="*/ 1239119468 h 99"/>
                <a:gd name="T38" fmla="*/ 1913866460 w 96"/>
                <a:gd name="T39" fmla="*/ 206518934 h 99"/>
                <a:gd name="T40" fmla="*/ 1948664354 w 96"/>
                <a:gd name="T41" fmla="*/ 1239119468 h 99"/>
                <a:gd name="T42" fmla="*/ 1496297634 w 96"/>
                <a:gd name="T43" fmla="*/ 1032594668 h 99"/>
                <a:gd name="T44" fmla="*/ 1461499740 w 96"/>
                <a:gd name="T45" fmla="*/ 0 h 99"/>
                <a:gd name="T46" fmla="*/ 1496297634 w 96"/>
                <a:gd name="T47" fmla="*/ 1032594668 h 99"/>
                <a:gd name="T48" fmla="*/ 1043925015 w 96"/>
                <a:gd name="T49" fmla="*/ 1170277868 h 99"/>
                <a:gd name="T50" fmla="*/ 1009127121 w 96"/>
                <a:gd name="T51" fmla="*/ 137677333 h 99"/>
                <a:gd name="T52" fmla="*/ 1043925015 w 96"/>
                <a:gd name="T53" fmla="*/ 1170277868 h 99"/>
                <a:gd name="T54" fmla="*/ 521962507 w 96"/>
                <a:gd name="T55" fmla="*/ 1824255468 h 99"/>
                <a:gd name="T56" fmla="*/ 904739339 w 96"/>
                <a:gd name="T57" fmla="*/ 2147483646 h 99"/>
                <a:gd name="T58" fmla="*/ 1148318696 w 96"/>
                <a:gd name="T59" fmla="*/ 2147483646 h 99"/>
                <a:gd name="T60" fmla="*/ 835143551 w 96"/>
                <a:gd name="T61" fmla="*/ 1789834668 h 99"/>
                <a:gd name="T62" fmla="*/ 521962507 w 96"/>
                <a:gd name="T63" fmla="*/ 1824255468 h 99"/>
                <a:gd name="T64" fmla="*/ 2147483646 w 96"/>
                <a:gd name="T65" fmla="*/ 1720993068 h 99"/>
                <a:gd name="T66" fmla="*/ 2147483646 w 96"/>
                <a:gd name="T67" fmla="*/ 2147483646 h 99"/>
                <a:gd name="T68" fmla="*/ 2147483646 w 96"/>
                <a:gd name="T69" fmla="*/ 2147483646 h 99"/>
                <a:gd name="T70" fmla="*/ 2147483646 w 96"/>
                <a:gd name="T71" fmla="*/ 2147483646 h 99"/>
                <a:gd name="T72" fmla="*/ 2147483646 w 96"/>
                <a:gd name="T73" fmla="*/ 2065195202 h 99"/>
                <a:gd name="T74" fmla="*/ 2147483646 w 96"/>
                <a:gd name="T75" fmla="*/ 1824255468 h 99"/>
                <a:gd name="T76" fmla="*/ 2147483646 w 96"/>
                <a:gd name="T77" fmla="*/ 1720993068 h 99"/>
                <a:gd name="T78" fmla="*/ 2147483646 w 96"/>
                <a:gd name="T79" fmla="*/ 1720993068 h 9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99">
                  <a:moveTo>
                    <a:pt x="5" y="42"/>
                  </a:moveTo>
                  <a:cubicBezTo>
                    <a:pt x="28" y="42"/>
                    <a:pt x="51" y="42"/>
                    <a:pt x="74" y="42"/>
                  </a:cubicBezTo>
                  <a:cubicBezTo>
                    <a:pt x="75" y="41"/>
                    <a:pt x="76" y="41"/>
                    <a:pt x="77" y="41"/>
                  </a:cubicBezTo>
                  <a:cubicBezTo>
                    <a:pt x="83" y="41"/>
                    <a:pt x="87" y="43"/>
                    <a:pt x="91" y="47"/>
                  </a:cubicBezTo>
                  <a:cubicBezTo>
                    <a:pt x="94" y="50"/>
                    <a:pt x="96" y="55"/>
                    <a:pt x="96" y="60"/>
                  </a:cubicBezTo>
                  <a:cubicBezTo>
                    <a:pt x="96" y="65"/>
                    <a:pt x="94" y="70"/>
                    <a:pt x="91" y="73"/>
                  </a:cubicBezTo>
                  <a:cubicBezTo>
                    <a:pt x="87" y="76"/>
                    <a:pt x="83" y="78"/>
                    <a:pt x="77" y="78"/>
                  </a:cubicBezTo>
                  <a:cubicBezTo>
                    <a:pt x="74" y="78"/>
                    <a:pt x="71" y="78"/>
                    <a:pt x="68" y="76"/>
                  </a:cubicBezTo>
                  <a:cubicBezTo>
                    <a:pt x="67" y="79"/>
                    <a:pt x="65" y="82"/>
                    <a:pt x="62" y="85"/>
                  </a:cubicBezTo>
                  <a:cubicBezTo>
                    <a:pt x="67" y="85"/>
                    <a:pt x="67" y="85"/>
                    <a:pt x="67" y="85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71" y="99"/>
                    <a:pt x="71" y="99"/>
                    <a:pt x="71" y="99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2" y="99"/>
                    <a:pt x="12" y="99"/>
                    <a:pt x="12" y="99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17" y="85"/>
                    <a:pt x="17" y="85"/>
                    <a:pt x="17" y="85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11" y="72"/>
                    <a:pt x="6" y="58"/>
                    <a:pt x="5" y="42"/>
                  </a:cubicBezTo>
                  <a:close/>
                  <a:moveTo>
                    <a:pt x="56" y="36"/>
                  </a:moveTo>
                  <a:cubicBezTo>
                    <a:pt x="42" y="15"/>
                    <a:pt x="59" y="19"/>
                    <a:pt x="55" y="6"/>
                  </a:cubicBezTo>
                  <a:cubicBezTo>
                    <a:pt x="64" y="18"/>
                    <a:pt x="50" y="19"/>
                    <a:pt x="56" y="36"/>
                  </a:cubicBezTo>
                  <a:close/>
                  <a:moveTo>
                    <a:pt x="43" y="30"/>
                  </a:moveTo>
                  <a:cubicBezTo>
                    <a:pt x="37" y="13"/>
                    <a:pt x="51" y="12"/>
                    <a:pt x="42" y="0"/>
                  </a:cubicBezTo>
                  <a:cubicBezTo>
                    <a:pt x="46" y="14"/>
                    <a:pt x="29" y="10"/>
                    <a:pt x="43" y="30"/>
                  </a:cubicBezTo>
                  <a:close/>
                  <a:moveTo>
                    <a:pt x="30" y="34"/>
                  </a:moveTo>
                  <a:cubicBezTo>
                    <a:pt x="16" y="14"/>
                    <a:pt x="33" y="18"/>
                    <a:pt x="29" y="4"/>
                  </a:cubicBezTo>
                  <a:cubicBezTo>
                    <a:pt x="38" y="17"/>
                    <a:pt x="24" y="17"/>
                    <a:pt x="30" y="34"/>
                  </a:cubicBezTo>
                  <a:close/>
                  <a:moveTo>
                    <a:pt x="15" y="53"/>
                  </a:moveTo>
                  <a:cubicBezTo>
                    <a:pt x="17" y="62"/>
                    <a:pt x="21" y="72"/>
                    <a:pt x="26" y="80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9" y="68"/>
                    <a:pt x="25" y="59"/>
                    <a:pt x="24" y="52"/>
                  </a:cubicBezTo>
                  <a:cubicBezTo>
                    <a:pt x="15" y="53"/>
                    <a:pt x="15" y="53"/>
                    <a:pt x="15" y="53"/>
                  </a:cubicBezTo>
                  <a:close/>
                  <a:moveTo>
                    <a:pt x="77" y="50"/>
                  </a:moveTo>
                  <a:cubicBezTo>
                    <a:pt x="76" y="56"/>
                    <a:pt x="74" y="62"/>
                    <a:pt x="72" y="68"/>
                  </a:cubicBezTo>
                  <a:cubicBezTo>
                    <a:pt x="74" y="69"/>
                    <a:pt x="75" y="70"/>
                    <a:pt x="77" y="70"/>
                  </a:cubicBezTo>
                  <a:cubicBezTo>
                    <a:pt x="80" y="70"/>
                    <a:pt x="83" y="69"/>
                    <a:pt x="84" y="67"/>
                  </a:cubicBezTo>
                  <a:cubicBezTo>
                    <a:pt x="86" y="65"/>
                    <a:pt x="87" y="63"/>
                    <a:pt x="87" y="60"/>
                  </a:cubicBezTo>
                  <a:cubicBezTo>
                    <a:pt x="87" y="57"/>
                    <a:pt x="86" y="55"/>
                    <a:pt x="84" y="53"/>
                  </a:cubicBezTo>
                  <a:cubicBezTo>
                    <a:pt x="83" y="51"/>
                    <a:pt x="80" y="50"/>
                    <a:pt x="77" y="50"/>
                  </a:cubicBezTo>
                  <a:cubicBezTo>
                    <a:pt x="77" y="50"/>
                    <a:pt x="77" y="50"/>
                    <a:pt x="77" y="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6" name="TextBox 19"/>
          <p:cNvSpPr txBox="1"/>
          <p:nvPr/>
        </p:nvSpPr>
        <p:spPr>
          <a:xfrm>
            <a:off x="2465743" y="2295134"/>
            <a:ext cx="3137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函数组件 + Hooks，无重型 UI 库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路由懒加载，Token 注入与 401 拦截</a:t>
            </a:r>
          </a:p>
        </p:txBody>
      </p:sp>
      <p:sp>
        <p:nvSpPr>
          <p:cNvPr id="27" name="TextBox 20"/>
          <p:cNvSpPr txBox="1"/>
          <p:nvPr/>
        </p:nvSpPr>
        <p:spPr>
          <a:xfrm>
            <a:off x="2481673" y="1888775"/>
            <a:ext cx="278431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前端 React 19</a:t>
            </a:r>
            <a:endParaRPr lang="zh-CN" altLang="en-US" sz="2135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TextBox 19"/>
          <p:cNvSpPr txBox="1"/>
          <p:nvPr/>
        </p:nvSpPr>
        <p:spPr>
          <a:xfrm>
            <a:off x="7574362" y="2295134"/>
            <a:ext cx="3137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Python 3.13，全程 async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Swagger 自动文档，Pydantic 校验</a:t>
            </a:r>
          </a:p>
        </p:txBody>
      </p:sp>
      <p:sp>
        <p:nvSpPr>
          <p:cNvPr id="29" name="TextBox 20"/>
          <p:cNvSpPr txBox="1"/>
          <p:nvPr/>
        </p:nvSpPr>
        <p:spPr>
          <a:xfrm>
            <a:off x="7590292" y="1888775"/>
            <a:ext cx="278431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后端 FastAPI</a:t>
            </a:r>
            <a:endParaRPr lang="zh-CN" altLang="en-US" sz="2135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TextBox 19"/>
          <p:cNvSpPr txBox="1"/>
          <p:nvPr/>
        </p:nvSpPr>
        <p:spPr>
          <a:xfrm>
            <a:off x="2465743" y="3721106"/>
            <a:ext cx="3137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AsyncSession + asyncpg 驱动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外键/关系映射中文注释</a:t>
            </a:r>
          </a:p>
        </p:txBody>
      </p:sp>
      <p:sp>
        <p:nvSpPr>
          <p:cNvPr id="31" name="TextBox 20"/>
          <p:cNvSpPr txBox="1"/>
          <p:nvPr/>
        </p:nvSpPr>
        <p:spPr>
          <a:xfrm>
            <a:off x="2481673" y="3314747"/>
            <a:ext cx="278431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ORM SQLAlchemy 2</a:t>
            </a:r>
            <a:endParaRPr lang="zh-CN" altLang="en-US" sz="2135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TextBox 19"/>
          <p:cNvSpPr txBox="1"/>
          <p:nvPr/>
        </p:nvSpPr>
        <p:spPr>
          <a:xfrm>
            <a:off x="7574362" y="3721106"/>
            <a:ext cx="3137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BIGSERIAL 主键、TIMESTAMPTZ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触发器、视图、12 个索引</a:t>
            </a:r>
          </a:p>
        </p:txBody>
      </p:sp>
      <p:sp>
        <p:nvSpPr>
          <p:cNvPr id="33" name="TextBox 20"/>
          <p:cNvSpPr txBox="1"/>
          <p:nvPr/>
        </p:nvSpPr>
        <p:spPr>
          <a:xfrm>
            <a:off x="7590292" y="3314747"/>
            <a:ext cx="278431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数据库 PostgreSQL</a:t>
            </a:r>
            <a:endParaRPr lang="zh-CN" altLang="en-US" sz="2135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TextBox 19"/>
          <p:cNvSpPr txBox="1"/>
          <p:nvPr/>
        </p:nvSpPr>
        <p:spPr>
          <a:xfrm>
            <a:off x="2465743" y="5178182"/>
            <a:ext cx="3137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JSON 缓存、TTL 分层失效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ZSET 实时排行榜</a:t>
            </a:r>
          </a:p>
        </p:txBody>
      </p:sp>
      <p:sp>
        <p:nvSpPr>
          <p:cNvPr id="35" name="TextBox 20"/>
          <p:cNvSpPr txBox="1"/>
          <p:nvPr/>
        </p:nvSpPr>
        <p:spPr>
          <a:xfrm>
            <a:off x="2481673" y="4771823"/>
            <a:ext cx="278431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缓存 Redis 7</a:t>
            </a:r>
            <a:endParaRPr lang="zh-CN" altLang="en-US" sz="2135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6" name="TextBox 19"/>
          <p:cNvSpPr txBox="1"/>
          <p:nvPr/>
        </p:nvSpPr>
        <p:spPr>
          <a:xfrm>
            <a:off x="7574362" y="5178182"/>
            <a:ext cx="3137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PG16 + Redis7 + pgAdmin 服务化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db-backup 备份脚本</a:t>
            </a:r>
          </a:p>
        </p:txBody>
      </p:sp>
      <p:sp>
        <p:nvSpPr>
          <p:cNvPr id="37" name="TextBox 20"/>
          <p:cNvSpPr txBox="1"/>
          <p:nvPr/>
        </p:nvSpPr>
        <p:spPr>
          <a:xfrm>
            <a:off x="7590292" y="4771823"/>
            <a:ext cx="278431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部署 Docker Compose</a:t>
            </a:r>
            <a:endParaRPr lang="zh-CN" altLang="en-US" sz="2135" b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102" y="210"/>
            <a:ext cx="2100454" cy="6612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30400"/>
            <a:ext cx="12192000" cy="330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545466" y="2444829"/>
            <a:ext cx="5708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1"/>
                </a:solidFill>
              </a:rPr>
              <a:t>数据库设计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45466" y="3241379"/>
            <a:ext cx="570829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Database Design · 概念设计 · 逻辑设计 · 物理设计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096311" y="2481952"/>
            <a:ext cx="2131960" cy="2131960"/>
            <a:chOff x="1131485" y="2234042"/>
            <a:chExt cx="1607262" cy="1607262"/>
          </a:xfrm>
        </p:grpSpPr>
        <p:sp>
          <p:nvSpPr>
            <p:cNvPr id="6" name="椭圆 5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1600" y="682170"/>
            <a:ext cx="11988800" cy="6052459"/>
          </a:xfrm>
          <a:prstGeom prst="roundRect">
            <a:avLst>
              <a:gd name="adj" fmla="val 4916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83765" y="-133555"/>
            <a:ext cx="5708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概念结构设计 · E-R 图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75522" y="33929"/>
            <a:ext cx="593817" cy="593817"/>
            <a:chOff x="1131485" y="2234042"/>
            <a:chExt cx="1607262" cy="1607262"/>
          </a:xfrm>
        </p:grpSpPr>
        <p:sp>
          <p:nvSpPr>
            <p:cNvPr id="5" name="椭圆 4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图形 11">
            <a:extLst>
              <a:ext uri="{FF2B5EF4-FFF2-40B4-BE49-F238E27FC236}">
                <a16:creationId xmlns:a16="http://schemas.microsoft.com/office/drawing/2014/main" id="{E9DCDE78-521B-875E-9D2D-F4243340F80B}"/>
              </a:ext>
            </a:extLst>
          </p:cNvPr>
          <p:cNvGrpSpPr/>
          <p:nvPr/>
        </p:nvGrpSpPr>
        <p:grpSpPr>
          <a:xfrm>
            <a:off x="1714500" y="1592136"/>
            <a:ext cx="8239125" cy="3306481"/>
            <a:chOff x="1714500" y="1592136"/>
            <a:chExt cx="8239125" cy="3306481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5CF0F766-7E31-39A0-29AC-3C523F7B4CE7}"/>
                </a:ext>
              </a:extLst>
            </p:cNvPr>
            <p:cNvSpPr/>
            <p:nvPr/>
          </p:nvSpPr>
          <p:spPr>
            <a:xfrm>
              <a:off x="2643187" y="2874554"/>
              <a:ext cx="47625" cy="9525"/>
            </a:xfrm>
            <a:custGeom>
              <a:avLst/>
              <a:gdLst>
                <a:gd name="csX0" fmla="*/ 47625 w 47625"/>
                <a:gd name="csY0" fmla="*/ 0 h 9525"/>
                <a:gd name="csX1" fmla="*/ 0 w 476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625" h="9525">
                  <a:moveTo>
                    <a:pt x="47625" y="0"/>
                  </a:moveTo>
                  <a:lnTo>
                    <a:pt x="0" y="0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2F0EDB89-99A7-C1E7-252F-B4FE7F83FE9C}"/>
                </a:ext>
              </a:extLst>
            </p:cNvPr>
            <p:cNvSpPr/>
            <p:nvPr/>
          </p:nvSpPr>
          <p:spPr>
            <a:xfrm>
              <a:off x="3595687" y="2874554"/>
              <a:ext cx="47625" cy="9525"/>
            </a:xfrm>
            <a:custGeom>
              <a:avLst/>
              <a:gdLst>
                <a:gd name="csX0" fmla="*/ 47625 w 47625"/>
                <a:gd name="csY0" fmla="*/ 0 h 9525"/>
                <a:gd name="csX1" fmla="*/ 0 w 476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625" h="9525">
                  <a:moveTo>
                    <a:pt x="47625" y="0"/>
                  </a:moveTo>
                  <a:lnTo>
                    <a:pt x="0" y="0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D1066163-BCB1-A499-BDAD-79F1B9A1C3F5}"/>
                </a:ext>
              </a:extLst>
            </p:cNvPr>
            <p:cNvSpPr/>
            <p:nvPr/>
          </p:nvSpPr>
          <p:spPr>
            <a:xfrm>
              <a:off x="5500687" y="2874554"/>
              <a:ext cx="47625" cy="9525"/>
            </a:xfrm>
            <a:custGeom>
              <a:avLst/>
              <a:gdLst>
                <a:gd name="csX0" fmla="*/ 47625 w 47625"/>
                <a:gd name="csY0" fmla="*/ 0 h 9525"/>
                <a:gd name="csX1" fmla="*/ 0 w 476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625" h="9525">
                  <a:moveTo>
                    <a:pt x="47625" y="0"/>
                  </a:moveTo>
                  <a:lnTo>
                    <a:pt x="0" y="0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CB73DBD8-447B-8CD8-16AA-3B44CE60F14C}"/>
                </a:ext>
              </a:extLst>
            </p:cNvPr>
            <p:cNvSpPr/>
            <p:nvPr/>
          </p:nvSpPr>
          <p:spPr>
            <a:xfrm>
              <a:off x="6453187" y="2874554"/>
              <a:ext cx="47625" cy="9525"/>
            </a:xfrm>
            <a:custGeom>
              <a:avLst/>
              <a:gdLst>
                <a:gd name="csX0" fmla="*/ 47625 w 47625"/>
                <a:gd name="csY0" fmla="*/ 0 h 9525"/>
                <a:gd name="csX1" fmla="*/ 0 w 476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625" h="9525">
                  <a:moveTo>
                    <a:pt x="47625" y="0"/>
                  </a:moveTo>
                  <a:lnTo>
                    <a:pt x="0" y="0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6E9DA9BA-8BDA-CA7B-347A-1DE19C47F61D}"/>
                </a:ext>
              </a:extLst>
            </p:cNvPr>
            <p:cNvSpPr/>
            <p:nvPr/>
          </p:nvSpPr>
          <p:spPr>
            <a:xfrm>
              <a:off x="8358187" y="2874554"/>
              <a:ext cx="47625" cy="9525"/>
            </a:xfrm>
            <a:custGeom>
              <a:avLst/>
              <a:gdLst>
                <a:gd name="csX0" fmla="*/ 47625 w 47625"/>
                <a:gd name="csY0" fmla="*/ 0 h 9525"/>
                <a:gd name="csX1" fmla="*/ 0 w 476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625" h="9525">
                  <a:moveTo>
                    <a:pt x="47625" y="0"/>
                  </a:moveTo>
                  <a:lnTo>
                    <a:pt x="0" y="0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0B6A549D-A91B-DACB-9359-BA915C671A46}"/>
                </a:ext>
              </a:extLst>
            </p:cNvPr>
            <p:cNvSpPr/>
            <p:nvPr/>
          </p:nvSpPr>
          <p:spPr>
            <a:xfrm>
              <a:off x="9310687" y="2874554"/>
              <a:ext cx="47625" cy="9525"/>
            </a:xfrm>
            <a:custGeom>
              <a:avLst/>
              <a:gdLst>
                <a:gd name="csX0" fmla="*/ 47625 w 47625"/>
                <a:gd name="csY0" fmla="*/ 0 h 9525"/>
                <a:gd name="csX1" fmla="*/ 0 w 476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625" h="9525">
                  <a:moveTo>
                    <a:pt x="47625" y="0"/>
                  </a:moveTo>
                  <a:lnTo>
                    <a:pt x="0" y="0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EDC0B429-9690-1261-4A22-5CEA04F5A015}"/>
                </a:ext>
              </a:extLst>
            </p:cNvPr>
            <p:cNvSpPr/>
            <p:nvPr/>
          </p:nvSpPr>
          <p:spPr>
            <a:xfrm rot="17986672">
              <a:off x="4489868" y="1632618"/>
              <a:ext cx="180975" cy="100012"/>
            </a:xfrm>
            <a:custGeom>
              <a:avLst/>
              <a:gdLst>
                <a:gd name="csX0" fmla="*/ 180975 w 180975"/>
                <a:gd name="csY0" fmla="*/ 0 h 100012"/>
                <a:gd name="csX1" fmla="*/ 0 w 180975"/>
                <a:gd name="csY1" fmla="*/ 100013 h 1000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0975" h="100012">
                  <a:moveTo>
                    <a:pt x="180975" y="0"/>
                  </a:moveTo>
                  <a:lnTo>
                    <a:pt x="0" y="100013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05EEC680-CDBA-99E0-C9B8-3DEBC9F7495F}"/>
                </a:ext>
              </a:extLst>
            </p:cNvPr>
            <p:cNvSpPr/>
            <p:nvPr/>
          </p:nvSpPr>
          <p:spPr>
            <a:xfrm>
              <a:off x="4953000" y="2541179"/>
              <a:ext cx="438150" cy="52387"/>
            </a:xfrm>
            <a:custGeom>
              <a:avLst/>
              <a:gdLst>
                <a:gd name="csX0" fmla="*/ 438150 w 438150"/>
                <a:gd name="csY0" fmla="*/ 0 h 52387"/>
                <a:gd name="csX1" fmla="*/ 0 w 438150"/>
                <a:gd name="csY1" fmla="*/ 52388 h 523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8150" h="52387">
                  <a:moveTo>
                    <a:pt x="438150" y="0"/>
                  </a:moveTo>
                  <a:lnTo>
                    <a:pt x="0" y="52388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99E97FF8-8C87-0E65-4214-37377268C046}"/>
                </a:ext>
              </a:extLst>
            </p:cNvPr>
            <p:cNvSpPr/>
            <p:nvPr/>
          </p:nvSpPr>
          <p:spPr>
            <a:xfrm>
              <a:off x="1714500" y="3326991"/>
              <a:ext cx="9525" cy="461962"/>
            </a:xfrm>
            <a:custGeom>
              <a:avLst/>
              <a:gdLst>
                <a:gd name="csX0" fmla="*/ 0 w 9525"/>
                <a:gd name="csY0" fmla="*/ 0 h 461962"/>
                <a:gd name="csX1" fmla="*/ 0 w 9525"/>
                <a:gd name="csY1" fmla="*/ 461963 h 4619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461962">
                  <a:moveTo>
                    <a:pt x="0" y="0"/>
                  </a:moveTo>
                  <a:lnTo>
                    <a:pt x="0" y="461963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2033D0AC-5C33-3015-E8FC-9E617D0BD209}"/>
                </a:ext>
              </a:extLst>
            </p:cNvPr>
            <p:cNvSpPr/>
            <p:nvPr/>
          </p:nvSpPr>
          <p:spPr>
            <a:xfrm>
              <a:off x="1714500" y="4436654"/>
              <a:ext cx="9525" cy="461962"/>
            </a:xfrm>
            <a:custGeom>
              <a:avLst/>
              <a:gdLst>
                <a:gd name="csX0" fmla="*/ 0 w 9525"/>
                <a:gd name="csY0" fmla="*/ 0 h 461962"/>
                <a:gd name="csX1" fmla="*/ 0 w 9525"/>
                <a:gd name="csY1" fmla="*/ 461963 h 4619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461962">
                  <a:moveTo>
                    <a:pt x="0" y="0"/>
                  </a:moveTo>
                  <a:lnTo>
                    <a:pt x="0" y="461963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AECB784F-0C50-2784-F750-BFA620239138}"/>
                </a:ext>
              </a:extLst>
            </p:cNvPr>
            <p:cNvSpPr/>
            <p:nvPr/>
          </p:nvSpPr>
          <p:spPr>
            <a:xfrm>
              <a:off x="2047875" y="3141255"/>
              <a:ext cx="813262" cy="733424"/>
            </a:xfrm>
            <a:custGeom>
              <a:avLst/>
              <a:gdLst>
                <a:gd name="csX0" fmla="*/ 0 w 600075"/>
                <a:gd name="csY0" fmla="*/ 0 h 733425"/>
                <a:gd name="csX1" fmla="*/ 600075 w 600075"/>
                <a:gd name="csY1" fmla="*/ 733425 h 7334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00075" h="733425">
                  <a:moveTo>
                    <a:pt x="0" y="0"/>
                  </a:moveTo>
                  <a:lnTo>
                    <a:pt x="600075" y="733425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B3D9EE3C-126C-A76B-DF6C-B7525E99DBEB}"/>
                </a:ext>
              </a:extLst>
            </p:cNvPr>
            <p:cNvSpPr/>
            <p:nvPr/>
          </p:nvSpPr>
          <p:spPr>
            <a:xfrm>
              <a:off x="3413760" y="4272753"/>
              <a:ext cx="824865" cy="625864"/>
            </a:xfrm>
            <a:custGeom>
              <a:avLst/>
              <a:gdLst>
                <a:gd name="csX0" fmla="*/ 0 w 590550"/>
                <a:gd name="csY0" fmla="*/ 0 h 547687"/>
                <a:gd name="csX1" fmla="*/ 590550 w 590550"/>
                <a:gd name="csY1" fmla="*/ 547688 h 547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90550" h="547687">
                  <a:moveTo>
                    <a:pt x="0" y="0"/>
                  </a:moveTo>
                  <a:lnTo>
                    <a:pt x="590550" y="547688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80B61927-CDF4-7A1F-A7CA-3B96DEB9759B}"/>
                </a:ext>
              </a:extLst>
            </p:cNvPr>
            <p:cNvSpPr/>
            <p:nvPr/>
          </p:nvSpPr>
          <p:spPr>
            <a:xfrm>
              <a:off x="4905375" y="3141254"/>
              <a:ext cx="869200" cy="821472"/>
            </a:xfrm>
            <a:custGeom>
              <a:avLst/>
              <a:gdLst>
                <a:gd name="csX0" fmla="*/ 0 w 600075"/>
                <a:gd name="csY0" fmla="*/ 0 h 733425"/>
                <a:gd name="csX1" fmla="*/ 600075 w 600075"/>
                <a:gd name="csY1" fmla="*/ 733425 h 7334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00075" h="733425">
                  <a:moveTo>
                    <a:pt x="0" y="0"/>
                  </a:moveTo>
                  <a:lnTo>
                    <a:pt x="600075" y="733425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07E79D9C-B738-3A98-ADBB-5D3995E70A4B}"/>
                </a:ext>
              </a:extLst>
            </p:cNvPr>
            <p:cNvSpPr/>
            <p:nvPr/>
          </p:nvSpPr>
          <p:spPr>
            <a:xfrm>
              <a:off x="6271260" y="4316645"/>
              <a:ext cx="824865" cy="581972"/>
            </a:xfrm>
            <a:custGeom>
              <a:avLst/>
              <a:gdLst>
                <a:gd name="csX0" fmla="*/ 0 w 590550"/>
                <a:gd name="csY0" fmla="*/ 0 h 547687"/>
                <a:gd name="csX1" fmla="*/ 590550 w 590550"/>
                <a:gd name="csY1" fmla="*/ 547688 h 547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90550" h="547687">
                  <a:moveTo>
                    <a:pt x="0" y="0"/>
                  </a:moveTo>
                  <a:lnTo>
                    <a:pt x="590550" y="547688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8698D622-E381-E444-634D-CB78F51A1A1F}"/>
                </a:ext>
              </a:extLst>
            </p:cNvPr>
            <p:cNvSpPr/>
            <p:nvPr/>
          </p:nvSpPr>
          <p:spPr>
            <a:xfrm>
              <a:off x="7762875" y="3141254"/>
              <a:ext cx="869200" cy="811947"/>
            </a:xfrm>
            <a:custGeom>
              <a:avLst/>
              <a:gdLst>
                <a:gd name="csX0" fmla="*/ 0 w 600075"/>
                <a:gd name="csY0" fmla="*/ 0 h 733425"/>
                <a:gd name="csX1" fmla="*/ 600075 w 600075"/>
                <a:gd name="csY1" fmla="*/ 733425 h 7334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00075" h="733425">
                  <a:moveTo>
                    <a:pt x="0" y="0"/>
                  </a:moveTo>
                  <a:lnTo>
                    <a:pt x="600075" y="733425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819EB80F-210D-D1F8-55DA-01B70ADD3D3F}"/>
                </a:ext>
              </a:extLst>
            </p:cNvPr>
            <p:cNvSpPr/>
            <p:nvPr/>
          </p:nvSpPr>
          <p:spPr>
            <a:xfrm>
              <a:off x="9125123" y="4272753"/>
              <a:ext cx="828502" cy="625864"/>
            </a:xfrm>
            <a:custGeom>
              <a:avLst/>
              <a:gdLst>
                <a:gd name="csX0" fmla="*/ 0 w 590550"/>
                <a:gd name="csY0" fmla="*/ 0 h 547687"/>
                <a:gd name="csX1" fmla="*/ 590550 w 590550"/>
                <a:gd name="csY1" fmla="*/ 547688 h 547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90550" h="547687">
                  <a:moveTo>
                    <a:pt x="0" y="0"/>
                  </a:moveTo>
                  <a:lnTo>
                    <a:pt x="590550" y="547688"/>
                  </a:lnTo>
                </a:path>
              </a:pathLst>
            </a:custGeom>
            <a:ln w="24765" cap="rnd">
              <a:solidFill>
                <a:srgbClr val="24252D"/>
              </a:solidFill>
              <a:prstDash val="solid"/>
              <a:miter/>
            </a:ln>
          </p:spPr>
        </p:sp>
      </p:grpSp>
      <p:grpSp>
        <p:nvGrpSpPr>
          <p:cNvPr id="31" name="图形 11">
            <a:extLst>
              <a:ext uri="{FF2B5EF4-FFF2-40B4-BE49-F238E27FC236}">
                <a16:creationId xmlns:a16="http://schemas.microsoft.com/office/drawing/2014/main" id="{4AB4D876-E1EF-9A80-3E39-CAAA8F25E3D0}"/>
              </a:ext>
            </a:extLst>
          </p:cNvPr>
          <p:cNvGrpSpPr/>
          <p:nvPr/>
        </p:nvGrpSpPr>
        <p:grpSpPr>
          <a:xfrm>
            <a:off x="738187" y="735543"/>
            <a:ext cx="10525125" cy="5067948"/>
            <a:chOff x="738187" y="735543"/>
            <a:chExt cx="10525125" cy="5067948"/>
          </a:xfrm>
        </p:grpSpPr>
        <p:grpSp>
          <p:nvGrpSpPr>
            <p:cNvPr id="32" name="图形 11">
              <a:extLst>
                <a:ext uri="{FF2B5EF4-FFF2-40B4-BE49-F238E27FC236}">
                  <a16:creationId xmlns:a16="http://schemas.microsoft.com/office/drawing/2014/main" id="{2C6F6D44-45A0-DAF2-B8DF-613740A8608F}"/>
                </a:ext>
              </a:extLst>
            </p:cNvPr>
            <p:cNvGrpSpPr/>
            <p:nvPr/>
          </p:nvGrpSpPr>
          <p:grpSpPr>
            <a:xfrm>
              <a:off x="738187" y="2422116"/>
              <a:ext cx="1952625" cy="904875"/>
              <a:chOff x="738187" y="2422116"/>
              <a:chExt cx="1952625" cy="904875"/>
            </a:xfrm>
          </p:grpSpPr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009623B0-7DB9-7149-725E-1CA136F99DB3}"/>
                  </a:ext>
                </a:extLst>
              </p:cNvPr>
              <p:cNvSpPr/>
              <p:nvPr/>
            </p:nvSpPr>
            <p:spPr>
              <a:xfrm>
                <a:off x="738187" y="2422116"/>
                <a:ext cx="1952625" cy="904875"/>
              </a:xfrm>
              <a:prstGeom prst="roundRect">
                <a:avLst>
                  <a:gd name="adj" fmla="val 7368"/>
                </a:avLst>
              </a:prstGeom>
              <a:solidFill>
                <a:srgbClr val="F4F4F4"/>
              </a:solidFill>
              <a:ln w="28575" cap="flat">
                <a:solidFill>
                  <a:srgbClr val="24252D"/>
                </a:solidFill>
                <a:prstDash val="solid"/>
                <a:miter/>
              </a:ln>
            </p:spPr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FC077E2-9E11-DA58-1060-10AB3C38A5A6}"/>
                  </a:ext>
                </a:extLst>
              </p:cNvPr>
              <p:cNvSpPr txBox="1"/>
              <p:nvPr/>
            </p:nvSpPr>
            <p:spPr>
              <a:xfrm>
                <a:off x="1461135" y="2714650"/>
                <a:ext cx="506730" cy="305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75" b="1" spc="0" baseline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用户</a:t>
                </a:r>
              </a:p>
            </p:txBody>
          </p:sp>
        </p:grpSp>
        <p:grpSp>
          <p:nvGrpSpPr>
            <p:cNvPr id="36" name="图形 11">
              <a:extLst>
                <a:ext uri="{FF2B5EF4-FFF2-40B4-BE49-F238E27FC236}">
                  <a16:creationId xmlns:a16="http://schemas.microsoft.com/office/drawing/2014/main" id="{0823F85A-24D3-269C-32B6-697F22A8E35E}"/>
                </a:ext>
              </a:extLst>
            </p:cNvPr>
            <p:cNvGrpSpPr/>
            <p:nvPr/>
          </p:nvGrpSpPr>
          <p:grpSpPr>
            <a:xfrm>
              <a:off x="3595687" y="2422116"/>
              <a:ext cx="1952625" cy="904875"/>
              <a:chOff x="3595687" y="2422116"/>
              <a:chExt cx="1952625" cy="904875"/>
            </a:xfrm>
          </p:grpSpPr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649E00D4-EBFD-CA7B-C2F6-0E3A9554E92D}"/>
                  </a:ext>
                </a:extLst>
              </p:cNvPr>
              <p:cNvSpPr/>
              <p:nvPr/>
            </p:nvSpPr>
            <p:spPr>
              <a:xfrm>
                <a:off x="3595687" y="2422116"/>
                <a:ext cx="1952625" cy="904875"/>
              </a:xfrm>
              <a:prstGeom prst="roundRect">
                <a:avLst>
                  <a:gd name="adj" fmla="val 7368"/>
                </a:avLst>
              </a:prstGeom>
              <a:solidFill>
                <a:srgbClr val="F4F4F4"/>
              </a:solidFill>
              <a:ln w="28575" cap="flat">
                <a:solidFill>
                  <a:srgbClr val="24252D"/>
                </a:solidFill>
                <a:prstDash val="solid"/>
                <a:miter/>
              </a:ln>
            </p:spPr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499C4BF-BF35-1238-37E6-6EAEF283C219}"/>
                  </a:ext>
                </a:extLst>
              </p:cNvPr>
              <p:cNvSpPr txBox="1"/>
              <p:nvPr/>
            </p:nvSpPr>
            <p:spPr>
              <a:xfrm>
                <a:off x="4318635" y="2714650"/>
                <a:ext cx="506730" cy="305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75" b="1" spc="0" baseline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作品</a:t>
                </a:r>
              </a:p>
            </p:txBody>
          </p:sp>
        </p:grpSp>
        <p:grpSp>
          <p:nvGrpSpPr>
            <p:cNvPr id="40" name="图形 11">
              <a:extLst>
                <a:ext uri="{FF2B5EF4-FFF2-40B4-BE49-F238E27FC236}">
                  <a16:creationId xmlns:a16="http://schemas.microsoft.com/office/drawing/2014/main" id="{06FCA030-12E9-75C5-23F1-25B4795B0B9F}"/>
                </a:ext>
              </a:extLst>
            </p:cNvPr>
            <p:cNvGrpSpPr/>
            <p:nvPr/>
          </p:nvGrpSpPr>
          <p:grpSpPr>
            <a:xfrm>
              <a:off x="6453187" y="2422116"/>
              <a:ext cx="1952625" cy="904875"/>
              <a:chOff x="6453187" y="2422116"/>
              <a:chExt cx="1952625" cy="904875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9C945809-DBAD-41DF-8525-09031AA384D0}"/>
                  </a:ext>
                </a:extLst>
              </p:cNvPr>
              <p:cNvSpPr/>
              <p:nvPr/>
            </p:nvSpPr>
            <p:spPr>
              <a:xfrm>
                <a:off x="6453187" y="2422116"/>
                <a:ext cx="1952625" cy="904875"/>
              </a:xfrm>
              <a:prstGeom prst="roundRect">
                <a:avLst>
                  <a:gd name="adj" fmla="val 7368"/>
                </a:avLst>
              </a:prstGeom>
              <a:solidFill>
                <a:srgbClr val="F4F4F4"/>
              </a:solidFill>
              <a:ln w="28575" cap="flat">
                <a:solidFill>
                  <a:srgbClr val="24252D"/>
                </a:solidFill>
                <a:prstDash val="solid"/>
                <a:miter/>
              </a:ln>
            </p:spPr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5C48FD3-173D-C65E-EF6B-E3F12AA1A116}"/>
                  </a:ext>
                </a:extLst>
              </p:cNvPr>
              <p:cNvSpPr txBox="1"/>
              <p:nvPr/>
            </p:nvSpPr>
            <p:spPr>
              <a:xfrm>
                <a:off x="7176135" y="2714650"/>
                <a:ext cx="506730" cy="305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75" b="1" spc="0" baseline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章节</a:t>
                </a:r>
              </a:p>
            </p:txBody>
          </p:sp>
        </p:grpSp>
        <p:grpSp>
          <p:nvGrpSpPr>
            <p:cNvPr id="44" name="图形 11">
              <a:extLst>
                <a:ext uri="{FF2B5EF4-FFF2-40B4-BE49-F238E27FC236}">
                  <a16:creationId xmlns:a16="http://schemas.microsoft.com/office/drawing/2014/main" id="{6C00D7B4-F58D-8645-57B4-76C8D27426AF}"/>
                </a:ext>
              </a:extLst>
            </p:cNvPr>
            <p:cNvGrpSpPr/>
            <p:nvPr/>
          </p:nvGrpSpPr>
          <p:grpSpPr>
            <a:xfrm>
              <a:off x="9310687" y="2422116"/>
              <a:ext cx="1952625" cy="904875"/>
              <a:chOff x="9310687" y="2422116"/>
              <a:chExt cx="1952625" cy="904875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E0440D6D-D2E2-D51E-739E-5C9FA9DF69BD}"/>
                  </a:ext>
                </a:extLst>
              </p:cNvPr>
              <p:cNvSpPr/>
              <p:nvPr/>
            </p:nvSpPr>
            <p:spPr>
              <a:xfrm>
                <a:off x="9310687" y="2422116"/>
                <a:ext cx="1952625" cy="904875"/>
              </a:xfrm>
              <a:prstGeom prst="roundRect">
                <a:avLst>
                  <a:gd name="adj" fmla="val 7368"/>
                </a:avLst>
              </a:prstGeom>
              <a:solidFill>
                <a:srgbClr val="F4F4F4"/>
              </a:solidFill>
              <a:ln w="28575" cap="flat">
                <a:solidFill>
                  <a:srgbClr val="24252D"/>
                </a:solidFill>
                <a:prstDash val="solid"/>
                <a:miter/>
              </a:ln>
            </p:spPr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323EF04-A47E-AF90-3D86-49F6BE1F1B8E}"/>
                  </a:ext>
                </a:extLst>
              </p:cNvPr>
              <p:cNvSpPr txBox="1"/>
              <p:nvPr/>
            </p:nvSpPr>
            <p:spPr>
              <a:xfrm>
                <a:off x="10033635" y="2714650"/>
                <a:ext cx="506730" cy="305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75" b="1" spc="0" baseline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正文</a:t>
                </a:r>
              </a:p>
            </p:txBody>
          </p:sp>
        </p:grpSp>
        <p:grpSp>
          <p:nvGrpSpPr>
            <p:cNvPr id="48" name="图形 11">
              <a:extLst>
                <a:ext uri="{FF2B5EF4-FFF2-40B4-BE49-F238E27FC236}">
                  <a16:creationId xmlns:a16="http://schemas.microsoft.com/office/drawing/2014/main" id="{CCE9D8F4-2F2F-ABA5-921B-1DAB9B574719}"/>
                </a:ext>
              </a:extLst>
            </p:cNvPr>
            <p:cNvGrpSpPr/>
            <p:nvPr/>
          </p:nvGrpSpPr>
          <p:grpSpPr>
            <a:xfrm>
              <a:off x="3624262" y="735543"/>
              <a:ext cx="1952625" cy="904875"/>
              <a:chOff x="3624262" y="735543"/>
              <a:chExt cx="1952625" cy="904875"/>
            </a:xfrm>
          </p:grpSpPr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9F31B8E1-F0BB-1C62-D28A-9C726540D38B}"/>
                  </a:ext>
                </a:extLst>
              </p:cNvPr>
              <p:cNvSpPr/>
              <p:nvPr/>
            </p:nvSpPr>
            <p:spPr>
              <a:xfrm>
                <a:off x="3624262" y="735543"/>
                <a:ext cx="1952625" cy="904875"/>
              </a:xfrm>
              <a:prstGeom prst="roundRect">
                <a:avLst>
                  <a:gd name="adj" fmla="val 7368"/>
                </a:avLst>
              </a:prstGeom>
              <a:solidFill>
                <a:srgbClr val="F4F4F4"/>
              </a:solidFill>
              <a:ln w="28575" cap="flat">
                <a:solidFill>
                  <a:srgbClr val="24252D"/>
                </a:solidFill>
                <a:prstDash val="solid"/>
                <a:miter/>
              </a:ln>
            </p:spPr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7E5FEBA4-9B14-07BD-1E76-E327012A6269}"/>
                  </a:ext>
                </a:extLst>
              </p:cNvPr>
              <p:cNvSpPr txBox="1"/>
              <p:nvPr/>
            </p:nvSpPr>
            <p:spPr>
              <a:xfrm>
                <a:off x="4307970" y="1022108"/>
                <a:ext cx="506730" cy="305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75" b="1" spc="0" baseline="0" dirty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分类</a:t>
                </a:r>
              </a:p>
            </p:txBody>
          </p:sp>
        </p:grpSp>
        <p:grpSp>
          <p:nvGrpSpPr>
            <p:cNvPr id="51" name="图形 11">
              <a:extLst>
                <a:ext uri="{FF2B5EF4-FFF2-40B4-BE49-F238E27FC236}">
                  <a16:creationId xmlns:a16="http://schemas.microsoft.com/office/drawing/2014/main" id="{CFEE234D-9448-006F-EEF8-8733F72A8F85}"/>
                </a:ext>
              </a:extLst>
            </p:cNvPr>
            <p:cNvGrpSpPr/>
            <p:nvPr/>
          </p:nvGrpSpPr>
          <p:grpSpPr>
            <a:xfrm>
              <a:off x="738187" y="4898616"/>
              <a:ext cx="1952625" cy="904875"/>
              <a:chOff x="738187" y="4898616"/>
              <a:chExt cx="1952625" cy="904875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82AC9FD5-48A7-B125-8A92-4AE661355208}"/>
                  </a:ext>
                </a:extLst>
              </p:cNvPr>
              <p:cNvSpPr/>
              <p:nvPr/>
            </p:nvSpPr>
            <p:spPr>
              <a:xfrm>
                <a:off x="738187" y="4898616"/>
                <a:ext cx="1952625" cy="904875"/>
              </a:xfrm>
              <a:prstGeom prst="roundRect">
                <a:avLst>
                  <a:gd name="adj" fmla="val 7368"/>
                </a:avLst>
              </a:prstGeom>
              <a:solidFill>
                <a:srgbClr val="F4F4F4"/>
              </a:solidFill>
              <a:ln w="28575" cap="flat">
                <a:solidFill>
                  <a:srgbClr val="24252D"/>
                </a:solidFill>
                <a:prstDash val="solid"/>
                <a:miter/>
              </a:ln>
            </p:spPr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4F695EB5-51A8-9718-1E73-F37D8C9E9B16}"/>
                  </a:ext>
                </a:extLst>
              </p:cNvPr>
              <p:cNvSpPr txBox="1"/>
              <p:nvPr/>
            </p:nvSpPr>
            <p:spPr>
              <a:xfrm>
                <a:off x="1461135" y="5191150"/>
                <a:ext cx="506730" cy="305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75" b="1" spc="0" baseline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钱包</a:t>
                </a:r>
              </a:p>
            </p:txBody>
          </p:sp>
        </p:grpSp>
        <p:grpSp>
          <p:nvGrpSpPr>
            <p:cNvPr id="55" name="图形 11">
              <a:extLst>
                <a:ext uri="{FF2B5EF4-FFF2-40B4-BE49-F238E27FC236}">
                  <a16:creationId xmlns:a16="http://schemas.microsoft.com/office/drawing/2014/main" id="{668642EC-CB15-6911-D799-7A1194938E23}"/>
                </a:ext>
              </a:extLst>
            </p:cNvPr>
            <p:cNvGrpSpPr/>
            <p:nvPr/>
          </p:nvGrpSpPr>
          <p:grpSpPr>
            <a:xfrm>
              <a:off x="3595687" y="4898616"/>
              <a:ext cx="1952625" cy="904875"/>
              <a:chOff x="3595687" y="4898616"/>
              <a:chExt cx="1952625" cy="904875"/>
            </a:xfrm>
          </p:grpSpPr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B236D4C6-5526-837B-C9B9-3F0777723A54}"/>
                  </a:ext>
                </a:extLst>
              </p:cNvPr>
              <p:cNvSpPr/>
              <p:nvPr/>
            </p:nvSpPr>
            <p:spPr>
              <a:xfrm>
                <a:off x="3595687" y="4898616"/>
                <a:ext cx="1952625" cy="904875"/>
              </a:xfrm>
              <a:prstGeom prst="roundRect">
                <a:avLst>
                  <a:gd name="adj" fmla="val 7368"/>
                </a:avLst>
              </a:prstGeom>
              <a:solidFill>
                <a:srgbClr val="F4F4F4"/>
              </a:solidFill>
              <a:ln w="28575" cap="flat">
                <a:solidFill>
                  <a:srgbClr val="24252D"/>
                </a:solidFill>
                <a:prstDash val="solid"/>
                <a:miter/>
              </a:ln>
            </p:spPr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725489CA-693A-6BCA-44CB-ECE545966977}"/>
                  </a:ext>
                </a:extLst>
              </p:cNvPr>
              <p:cNvSpPr txBox="1"/>
              <p:nvPr/>
            </p:nvSpPr>
            <p:spPr>
              <a:xfrm>
                <a:off x="4156710" y="5191150"/>
                <a:ext cx="830580" cy="305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75" b="1" spc="0" baseline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充值订单</a:t>
                </a:r>
              </a:p>
            </p:txBody>
          </p:sp>
        </p:grpSp>
        <p:grpSp>
          <p:nvGrpSpPr>
            <p:cNvPr id="59" name="图形 11">
              <a:extLst>
                <a:ext uri="{FF2B5EF4-FFF2-40B4-BE49-F238E27FC236}">
                  <a16:creationId xmlns:a16="http://schemas.microsoft.com/office/drawing/2014/main" id="{3AA403DD-2B93-F35E-415A-FE198A4CEDA2}"/>
                </a:ext>
              </a:extLst>
            </p:cNvPr>
            <p:cNvGrpSpPr/>
            <p:nvPr/>
          </p:nvGrpSpPr>
          <p:grpSpPr>
            <a:xfrm>
              <a:off x="6453187" y="4898616"/>
              <a:ext cx="1952625" cy="904875"/>
              <a:chOff x="6453187" y="4898616"/>
              <a:chExt cx="1952625" cy="904875"/>
            </a:xfrm>
          </p:grpSpPr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64D01A57-06B7-2902-7E72-B6A09BA8A089}"/>
                  </a:ext>
                </a:extLst>
              </p:cNvPr>
              <p:cNvSpPr/>
              <p:nvPr/>
            </p:nvSpPr>
            <p:spPr>
              <a:xfrm>
                <a:off x="6453187" y="4898616"/>
                <a:ext cx="1952625" cy="904875"/>
              </a:xfrm>
              <a:prstGeom prst="roundRect">
                <a:avLst>
                  <a:gd name="adj" fmla="val 7368"/>
                </a:avLst>
              </a:prstGeom>
              <a:solidFill>
                <a:srgbClr val="F4F4F4"/>
              </a:solidFill>
              <a:ln w="28575" cap="flat">
                <a:solidFill>
                  <a:srgbClr val="24252D"/>
                </a:solidFill>
                <a:prstDash val="solid"/>
                <a:miter/>
              </a:ln>
            </p:spPr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9FB2AC0-EE61-0843-87E9-C1C406E01C81}"/>
                  </a:ext>
                </a:extLst>
              </p:cNvPr>
              <p:cNvSpPr txBox="1"/>
              <p:nvPr/>
            </p:nvSpPr>
            <p:spPr>
              <a:xfrm>
                <a:off x="7014210" y="5191150"/>
                <a:ext cx="830580" cy="305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75" b="1" spc="0" baseline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收藏记录</a:t>
                </a:r>
              </a:p>
            </p:txBody>
          </p:sp>
        </p:grpSp>
        <p:grpSp>
          <p:nvGrpSpPr>
            <p:cNvPr id="63" name="图形 11">
              <a:extLst>
                <a:ext uri="{FF2B5EF4-FFF2-40B4-BE49-F238E27FC236}">
                  <a16:creationId xmlns:a16="http://schemas.microsoft.com/office/drawing/2014/main" id="{8D69F6C2-8726-D4AA-8DBD-4EF8D23028F6}"/>
                </a:ext>
              </a:extLst>
            </p:cNvPr>
            <p:cNvGrpSpPr/>
            <p:nvPr/>
          </p:nvGrpSpPr>
          <p:grpSpPr>
            <a:xfrm>
              <a:off x="9310687" y="4898616"/>
              <a:ext cx="1952625" cy="904875"/>
              <a:chOff x="9310687" y="4898616"/>
              <a:chExt cx="1952625" cy="904875"/>
            </a:xfrm>
          </p:grpSpPr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89EAB4F7-B2E3-F3EB-A6B3-B3DD658B8B1A}"/>
                  </a:ext>
                </a:extLst>
              </p:cNvPr>
              <p:cNvSpPr/>
              <p:nvPr/>
            </p:nvSpPr>
            <p:spPr>
              <a:xfrm>
                <a:off x="9310687" y="4898616"/>
                <a:ext cx="1952625" cy="904875"/>
              </a:xfrm>
              <a:prstGeom prst="roundRect">
                <a:avLst>
                  <a:gd name="adj" fmla="val 7368"/>
                </a:avLst>
              </a:prstGeom>
              <a:solidFill>
                <a:srgbClr val="F4F4F4"/>
              </a:solidFill>
              <a:ln w="28575" cap="flat">
                <a:solidFill>
                  <a:srgbClr val="24252D"/>
                </a:solidFill>
                <a:prstDash val="solid"/>
                <a:miter/>
              </a:ln>
            </p:spPr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E6DFD95-A528-4001-C613-35EBFD3242FE}"/>
                  </a:ext>
                </a:extLst>
              </p:cNvPr>
              <p:cNvSpPr txBox="1"/>
              <p:nvPr/>
            </p:nvSpPr>
            <p:spPr>
              <a:xfrm>
                <a:off x="9871710" y="5191150"/>
                <a:ext cx="830580" cy="305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75" b="1" spc="0" baseline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订阅记录</a:t>
                </a:r>
              </a:p>
            </p:txBody>
          </p:sp>
        </p:grpSp>
      </p:grpSp>
      <p:grpSp>
        <p:nvGrpSpPr>
          <p:cNvPr id="67" name="图形 11">
            <a:extLst>
              <a:ext uri="{FF2B5EF4-FFF2-40B4-BE49-F238E27FC236}">
                <a16:creationId xmlns:a16="http://schemas.microsoft.com/office/drawing/2014/main" id="{316A941A-1B94-6F39-FF88-A6D17716880D}"/>
              </a:ext>
            </a:extLst>
          </p:cNvPr>
          <p:cNvGrpSpPr/>
          <p:nvPr/>
        </p:nvGrpSpPr>
        <p:grpSpPr>
          <a:xfrm>
            <a:off x="1214437" y="1776164"/>
            <a:ext cx="8143875" cy="2660490"/>
            <a:chOff x="1214437" y="1776164"/>
            <a:chExt cx="8143875" cy="2660490"/>
          </a:xfrm>
        </p:grpSpPr>
        <p:grpSp>
          <p:nvGrpSpPr>
            <p:cNvPr id="68" name="图形 11">
              <a:extLst>
                <a:ext uri="{FF2B5EF4-FFF2-40B4-BE49-F238E27FC236}">
                  <a16:creationId xmlns:a16="http://schemas.microsoft.com/office/drawing/2014/main" id="{7D8C2682-0C88-F467-F7DB-C4BA48011BA9}"/>
                </a:ext>
              </a:extLst>
            </p:cNvPr>
            <p:cNvGrpSpPr/>
            <p:nvPr/>
          </p:nvGrpSpPr>
          <p:grpSpPr>
            <a:xfrm>
              <a:off x="2816224" y="2550704"/>
              <a:ext cx="649735" cy="647700"/>
              <a:chOff x="2816224" y="2550704"/>
              <a:chExt cx="649735" cy="647700"/>
            </a:xfrm>
          </p:grpSpPr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1AB62316-0270-D027-C1E2-1C289DB17249}"/>
                  </a:ext>
                </a:extLst>
              </p:cNvPr>
              <p:cNvSpPr/>
              <p:nvPr/>
            </p:nvSpPr>
            <p:spPr>
              <a:xfrm>
                <a:off x="2816224" y="2550704"/>
                <a:ext cx="649735" cy="647700"/>
              </a:xfrm>
              <a:custGeom>
                <a:avLst/>
                <a:gdLst>
                  <a:gd name="csX0" fmla="*/ 500063 w 1000125"/>
                  <a:gd name="csY0" fmla="*/ 0 h 647700"/>
                  <a:gd name="csX1" fmla="*/ 1000125 w 1000125"/>
                  <a:gd name="csY1" fmla="*/ 323850 h 647700"/>
                  <a:gd name="csX2" fmla="*/ 500063 w 1000125"/>
                  <a:gd name="csY2" fmla="*/ 647700 h 647700"/>
                  <a:gd name="csX3" fmla="*/ 0 w 1000125"/>
                  <a:gd name="csY3" fmla="*/ 323850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00125" h="647700">
                    <a:moveTo>
                      <a:pt x="500063" y="0"/>
                    </a:moveTo>
                    <a:lnTo>
                      <a:pt x="1000125" y="323850"/>
                    </a:lnTo>
                    <a:lnTo>
                      <a:pt x="500063" y="647700"/>
                    </a:lnTo>
                    <a:lnTo>
                      <a:pt x="0" y="323850"/>
                    </a:lnTo>
                    <a:close/>
                  </a:path>
                </a:pathLst>
              </a:custGeom>
              <a:solidFill>
                <a:srgbClr val="FFF3DC"/>
              </a:solidFill>
              <a:ln w="28575" cap="flat">
                <a:solidFill>
                  <a:srgbClr val="FFBD48"/>
                </a:solidFill>
                <a:prstDash val="solid"/>
                <a:miter/>
              </a:ln>
            </p:spPr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F7CB262-E3C6-92B4-2C24-A4D8891946DD}"/>
                  </a:ext>
                </a:extLst>
              </p:cNvPr>
              <p:cNvSpPr txBox="1"/>
              <p:nvPr/>
            </p:nvSpPr>
            <p:spPr>
              <a:xfrm>
                <a:off x="2927985" y="2745439"/>
                <a:ext cx="430530" cy="2548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b="1" spc="0" baseline="0" dirty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创作</a:t>
                </a:r>
              </a:p>
            </p:txBody>
          </p:sp>
        </p:grpSp>
        <p:grpSp>
          <p:nvGrpSpPr>
            <p:cNvPr id="71" name="图形 11">
              <a:extLst>
                <a:ext uri="{FF2B5EF4-FFF2-40B4-BE49-F238E27FC236}">
                  <a16:creationId xmlns:a16="http://schemas.microsoft.com/office/drawing/2014/main" id="{6F01EF5E-1B66-AC1A-B1FA-6917B0FD3D04}"/>
                </a:ext>
              </a:extLst>
            </p:cNvPr>
            <p:cNvGrpSpPr/>
            <p:nvPr/>
          </p:nvGrpSpPr>
          <p:grpSpPr>
            <a:xfrm>
              <a:off x="5725666" y="2550704"/>
              <a:ext cx="623317" cy="647700"/>
              <a:chOff x="5725666" y="2550704"/>
              <a:chExt cx="623317" cy="647700"/>
            </a:xfrm>
          </p:grpSpPr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2C6CF1EA-6E11-FD0C-0E55-6776DA1D65D8}"/>
                  </a:ext>
                </a:extLst>
              </p:cNvPr>
              <p:cNvSpPr/>
              <p:nvPr/>
            </p:nvSpPr>
            <p:spPr>
              <a:xfrm>
                <a:off x="5725666" y="2550704"/>
                <a:ext cx="623317" cy="647700"/>
              </a:xfrm>
              <a:custGeom>
                <a:avLst/>
                <a:gdLst>
                  <a:gd name="csX0" fmla="*/ 500063 w 1000125"/>
                  <a:gd name="csY0" fmla="*/ 0 h 647700"/>
                  <a:gd name="csX1" fmla="*/ 1000125 w 1000125"/>
                  <a:gd name="csY1" fmla="*/ 323850 h 647700"/>
                  <a:gd name="csX2" fmla="*/ 500063 w 1000125"/>
                  <a:gd name="csY2" fmla="*/ 647700 h 647700"/>
                  <a:gd name="csX3" fmla="*/ 0 w 1000125"/>
                  <a:gd name="csY3" fmla="*/ 323850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00125" h="647700">
                    <a:moveTo>
                      <a:pt x="500063" y="0"/>
                    </a:moveTo>
                    <a:lnTo>
                      <a:pt x="1000125" y="323850"/>
                    </a:lnTo>
                    <a:lnTo>
                      <a:pt x="500063" y="647700"/>
                    </a:lnTo>
                    <a:lnTo>
                      <a:pt x="0" y="323850"/>
                    </a:lnTo>
                    <a:close/>
                  </a:path>
                </a:pathLst>
              </a:custGeom>
              <a:solidFill>
                <a:srgbClr val="FFF3DC"/>
              </a:solidFill>
              <a:ln w="28575" cap="flat">
                <a:solidFill>
                  <a:srgbClr val="FFBD48"/>
                </a:solidFill>
                <a:prstDash val="solid"/>
                <a:miter/>
              </a:ln>
            </p:spPr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4F3D769-BEB4-46BD-4155-7371576023CE}"/>
                  </a:ext>
                </a:extLst>
              </p:cNvPr>
              <p:cNvSpPr txBox="1"/>
              <p:nvPr/>
            </p:nvSpPr>
            <p:spPr>
              <a:xfrm>
                <a:off x="5831204" y="2747120"/>
                <a:ext cx="430530" cy="2548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b="1" spc="0" baseline="0" dirty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包含</a:t>
                </a:r>
              </a:p>
            </p:txBody>
          </p:sp>
        </p:grpSp>
        <p:grpSp>
          <p:nvGrpSpPr>
            <p:cNvPr id="74" name="图形 11">
              <a:extLst>
                <a:ext uri="{FF2B5EF4-FFF2-40B4-BE49-F238E27FC236}">
                  <a16:creationId xmlns:a16="http://schemas.microsoft.com/office/drawing/2014/main" id="{A47D7999-5E7E-7F01-7EB4-E3D2AC68DA41}"/>
                </a:ext>
              </a:extLst>
            </p:cNvPr>
            <p:cNvGrpSpPr/>
            <p:nvPr/>
          </p:nvGrpSpPr>
          <p:grpSpPr>
            <a:xfrm>
              <a:off x="8548690" y="2550704"/>
              <a:ext cx="600075" cy="647700"/>
              <a:chOff x="8548690" y="2550704"/>
              <a:chExt cx="600075" cy="647700"/>
            </a:xfrm>
          </p:grpSpPr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0F149757-51F0-4304-B8DE-1466B57E7F0B}"/>
                  </a:ext>
                </a:extLst>
              </p:cNvPr>
              <p:cNvSpPr/>
              <p:nvPr/>
            </p:nvSpPr>
            <p:spPr>
              <a:xfrm>
                <a:off x="8548690" y="2550704"/>
                <a:ext cx="600075" cy="647700"/>
              </a:xfrm>
              <a:custGeom>
                <a:avLst/>
                <a:gdLst>
                  <a:gd name="csX0" fmla="*/ 500063 w 1000125"/>
                  <a:gd name="csY0" fmla="*/ 0 h 647700"/>
                  <a:gd name="csX1" fmla="*/ 1000125 w 1000125"/>
                  <a:gd name="csY1" fmla="*/ 323850 h 647700"/>
                  <a:gd name="csX2" fmla="*/ 500063 w 1000125"/>
                  <a:gd name="csY2" fmla="*/ 647700 h 647700"/>
                  <a:gd name="csX3" fmla="*/ 0 w 1000125"/>
                  <a:gd name="csY3" fmla="*/ 323850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00125" h="647700">
                    <a:moveTo>
                      <a:pt x="500063" y="0"/>
                    </a:moveTo>
                    <a:lnTo>
                      <a:pt x="1000125" y="323850"/>
                    </a:lnTo>
                    <a:lnTo>
                      <a:pt x="500063" y="647700"/>
                    </a:lnTo>
                    <a:lnTo>
                      <a:pt x="0" y="323850"/>
                    </a:lnTo>
                    <a:close/>
                  </a:path>
                </a:pathLst>
              </a:custGeom>
              <a:solidFill>
                <a:srgbClr val="FFF3DC"/>
              </a:solidFill>
              <a:ln w="28575" cap="flat">
                <a:solidFill>
                  <a:srgbClr val="FFBD48"/>
                </a:solidFill>
                <a:prstDash val="solid"/>
                <a:miter/>
              </a:ln>
            </p:spPr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D59CC595-8E57-DE9C-0A33-8FC6AE1D7F33}"/>
                  </a:ext>
                </a:extLst>
              </p:cNvPr>
              <p:cNvSpPr txBox="1"/>
              <p:nvPr/>
            </p:nvSpPr>
            <p:spPr>
              <a:xfrm>
                <a:off x="8642985" y="2745439"/>
                <a:ext cx="430530" cy="2548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b="1" spc="0" baseline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对应</a:t>
                </a:r>
              </a:p>
            </p:txBody>
          </p:sp>
        </p:grpSp>
        <p:grpSp>
          <p:nvGrpSpPr>
            <p:cNvPr id="77" name="图形 11">
              <a:extLst>
                <a:ext uri="{FF2B5EF4-FFF2-40B4-BE49-F238E27FC236}">
                  <a16:creationId xmlns:a16="http://schemas.microsoft.com/office/drawing/2014/main" id="{09D09BE5-B43C-A09E-E7C1-32C6212E4FA7}"/>
                </a:ext>
              </a:extLst>
            </p:cNvPr>
            <p:cNvGrpSpPr/>
            <p:nvPr/>
          </p:nvGrpSpPr>
          <p:grpSpPr>
            <a:xfrm>
              <a:off x="4170638" y="1776164"/>
              <a:ext cx="782362" cy="434654"/>
              <a:chOff x="4170638" y="1776164"/>
              <a:chExt cx="782362" cy="434654"/>
            </a:xfrm>
          </p:grpSpPr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258FDB22-F760-7E34-BFE1-9BEDE72BF8F0}"/>
                  </a:ext>
                </a:extLst>
              </p:cNvPr>
              <p:cNvSpPr/>
              <p:nvPr/>
            </p:nvSpPr>
            <p:spPr>
              <a:xfrm>
                <a:off x="4170638" y="1776164"/>
                <a:ext cx="782362" cy="434654"/>
              </a:xfrm>
              <a:custGeom>
                <a:avLst/>
                <a:gdLst>
                  <a:gd name="csX0" fmla="*/ 500063 w 1000125"/>
                  <a:gd name="csY0" fmla="*/ 0 h 647700"/>
                  <a:gd name="csX1" fmla="*/ 1000125 w 1000125"/>
                  <a:gd name="csY1" fmla="*/ 323850 h 647700"/>
                  <a:gd name="csX2" fmla="*/ 500063 w 1000125"/>
                  <a:gd name="csY2" fmla="*/ 647700 h 647700"/>
                  <a:gd name="csX3" fmla="*/ 0 w 1000125"/>
                  <a:gd name="csY3" fmla="*/ 323850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00125" h="647700">
                    <a:moveTo>
                      <a:pt x="500063" y="0"/>
                    </a:moveTo>
                    <a:lnTo>
                      <a:pt x="1000125" y="323850"/>
                    </a:lnTo>
                    <a:lnTo>
                      <a:pt x="500063" y="647700"/>
                    </a:lnTo>
                    <a:lnTo>
                      <a:pt x="0" y="323850"/>
                    </a:lnTo>
                    <a:close/>
                  </a:path>
                </a:pathLst>
              </a:custGeom>
              <a:solidFill>
                <a:srgbClr val="FFF3DC"/>
              </a:solidFill>
              <a:ln w="28575" cap="flat">
                <a:solidFill>
                  <a:srgbClr val="FFBD48"/>
                </a:solidFill>
                <a:prstDash val="solid"/>
                <a:miter/>
              </a:ln>
            </p:spPr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4FDDC297-E47D-2020-4332-49893984F78B}"/>
                  </a:ext>
                </a:extLst>
              </p:cNvPr>
              <p:cNvSpPr txBox="1"/>
              <p:nvPr/>
            </p:nvSpPr>
            <p:spPr>
              <a:xfrm>
                <a:off x="4378865" y="1881572"/>
                <a:ext cx="430530" cy="2548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b="1" spc="0" baseline="0" dirty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归类</a:t>
                </a:r>
              </a:p>
            </p:txBody>
          </p:sp>
        </p:grpSp>
        <p:grpSp>
          <p:nvGrpSpPr>
            <p:cNvPr id="80" name="图形 11">
              <a:extLst>
                <a:ext uri="{FF2B5EF4-FFF2-40B4-BE49-F238E27FC236}">
                  <a16:creationId xmlns:a16="http://schemas.microsoft.com/office/drawing/2014/main" id="{829A2648-35E6-4D6C-0FB8-842A948A8202}"/>
                </a:ext>
              </a:extLst>
            </p:cNvPr>
            <p:cNvGrpSpPr/>
            <p:nvPr/>
          </p:nvGrpSpPr>
          <p:grpSpPr>
            <a:xfrm>
              <a:off x="1214437" y="3788954"/>
              <a:ext cx="1000125" cy="647700"/>
              <a:chOff x="1214437" y="3788954"/>
              <a:chExt cx="1000125" cy="647700"/>
            </a:xfrm>
          </p:grpSpPr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3B151FED-CBC1-895F-F785-092D0036F75C}"/>
                  </a:ext>
                </a:extLst>
              </p:cNvPr>
              <p:cNvSpPr/>
              <p:nvPr/>
            </p:nvSpPr>
            <p:spPr>
              <a:xfrm>
                <a:off x="1214437" y="3788954"/>
                <a:ext cx="1000125" cy="647700"/>
              </a:xfrm>
              <a:custGeom>
                <a:avLst/>
                <a:gdLst>
                  <a:gd name="csX0" fmla="*/ 500063 w 1000125"/>
                  <a:gd name="csY0" fmla="*/ 0 h 647700"/>
                  <a:gd name="csX1" fmla="*/ 1000125 w 1000125"/>
                  <a:gd name="csY1" fmla="*/ 323850 h 647700"/>
                  <a:gd name="csX2" fmla="*/ 500063 w 1000125"/>
                  <a:gd name="csY2" fmla="*/ 647700 h 647700"/>
                  <a:gd name="csX3" fmla="*/ 0 w 1000125"/>
                  <a:gd name="csY3" fmla="*/ 323850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00125" h="647700">
                    <a:moveTo>
                      <a:pt x="500063" y="0"/>
                    </a:moveTo>
                    <a:lnTo>
                      <a:pt x="1000125" y="323850"/>
                    </a:lnTo>
                    <a:lnTo>
                      <a:pt x="500063" y="647700"/>
                    </a:lnTo>
                    <a:lnTo>
                      <a:pt x="0" y="323850"/>
                    </a:lnTo>
                    <a:close/>
                  </a:path>
                </a:pathLst>
              </a:custGeom>
              <a:solidFill>
                <a:srgbClr val="FFF3DC"/>
              </a:solidFill>
              <a:ln w="28575" cap="flat">
                <a:solidFill>
                  <a:srgbClr val="FFBD48"/>
                </a:solidFill>
                <a:prstDash val="solid"/>
                <a:miter/>
              </a:ln>
            </p:spPr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BB4B0836-A0BC-320F-57A5-B9DC419E7627}"/>
                  </a:ext>
                </a:extLst>
              </p:cNvPr>
              <p:cNvSpPr txBox="1"/>
              <p:nvPr/>
            </p:nvSpPr>
            <p:spPr>
              <a:xfrm>
                <a:off x="1499235" y="3983689"/>
                <a:ext cx="430530" cy="2548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b="1" spc="0" baseline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拥有</a:t>
                </a:r>
              </a:p>
            </p:txBody>
          </p:sp>
        </p:grpSp>
        <p:grpSp>
          <p:nvGrpSpPr>
            <p:cNvPr id="83" name="图形 11">
              <a:extLst>
                <a:ext uri="{FF2B5EF4-FFF2-40B4-BE49-F238E27FC236}">
                  <a16:creationId xmlns:a16="http://schemas.microsoft.com/office/drawing/2014/main" id="{31D6AC79-709F-4E6A-89FB-E6D1AECB49B0}"/>
                </a:ext>
              </a:extLst>
            </p:cNvPr>
            <p:cNvGrpSpPr/>
            <p:nvPr/>
          </p:nvGrpSpPr>
          <p:grpSpPr>
            <a:xfrm>
              <a:off x="2643187" y="3788954"/>
              <a:ext cx="1000125" cy="647700"/>
              <a:chOff x="2643187" y="3788954"/>
              <a:chExt cx="1000125" cy="647700"/>
            </a:xfrm>
          </p:grpSpPr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CA23BE2C-938E-DCCE-D5E9-73112DDE70D8}"/>
                  </a:ext>
                </a:extLst>
              </p:cNvPr>
              <p:cNvSpPr/>
              <p:nvPr/>
            </p:nvSpPr>
            <p:spPr>
              <a:xfrm>
                <a:off x="2643187" y="3788954"/>
                <a:ext cx="1000125" cy="647700"/>
              </a:xfrm>
              <a:custGeom>
                <a:avLst/>
                <a:gdLst>
                  <a:gd name="csX0" fmla="*/ 500063 w 1000125"/>
                  <a:gd name="csY0" fmla="*/ 0 h 647700"/>
                  <a:gd name="csX1" fmla="*/ 1000125 w 1000125"/>
                  <a:gd name="csY1" fmla="*/ 323850 h 647700"/>
                  <a:gd name="csX2" fmla="*/ 500063 w 1000125"/>
                  <a:gd name="csY2" fmla="*/ 647700 h 647700"/>
                  <a:gd name="csX3" fmla="*/ 0 w 1000125"/>
                  <a:gd name="csY3" fmla="*/ 323850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00125" h="647700">
                    <a:moveTo>
                      <a:pt x="500063" y="0"/>
                    </a:moveTo>
                    <a:lnTo>
                      <a:pt x="1000125" y="323850"/>
                    </a:lnTo>
                    <a:lnTo>
                      <a:pt x="500063" y="647700"/>
                    </a:lnTo>
                    <a:lnTo>
                      <a:pt x="0" y="323850"/>
                    </a:lnTo>
                    <a:close/>
                  </a:path>
                </a:pathLst>
              </a:custGeom>
              <a:solidFill>
                <a:srgbClr val="FFF3DC"/>
              </a:solidFill>
              <a:ln w="28575" cap="flat">
                <a:solidFill>
                  <a:srgbClr val="FFBD48"/>
                </a:solidFill>
                <a:prstDash val="solid"/>
                <a:miter/>
              </a:ln>
            </p:spPr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E7FA6669-30EE-DFB4-6FD8-0DA963FCFF18}"/>
                  </a:ext>
                </a:extLst>
              </p:cNvPr>
              <p:cNvSpPr txBox="1"/>
              <p:nvPr/>
            </p:nvSpPr>
            <p:spPr>
              <a:xfrm>
                <a:off x="2927985" y="3983689"/>
                <a:ext cx="430530" cy="2548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b="1" spc="0" baseline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充值</a:t>
                </a:r>
              </a:p>
            </p:txBody>
          </p:sp>
        </p:grpSp>
        <p:grpSp>
          <p:nvGrpSpPr>
            <p:cNvPr id="86" name="图形 11">
              <a:extLst>
                <a:ext uri="{FF2B5EF4-FFF2-40B4-BE49-F238E27FC236}">
                  <a16:creationId xmlns:a16="http://schemas.microsoft.com/office/drawing/2014/main" id="{5BD7FB72-C752-5F3E-AFEB-853534D79109}"/>
                </a:ext>
              </a:extLst>
            </p:cNvPr>
            <p:cNvGrpSpPr/>
            <p:nvPr/>
          </p:nvGrpSpPr>
          <p:grpSpPr>
            <a:xfrm>
              <a:off x="5500687" y="3788954"/>
              <a:ext cx="1000125" cy="647700"/>
              <a:chOff x="5500687" y="3788954"/>
              <a:chExt cx="1000125" cy="647700"/>
            </a:xfrm>
          </p:grpSpPr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A1F5EAB6-B6AC-5958-F0BB-C04E88AD7500}"/>
                  </a:ext>
                </a:extLst>
              </p:cNvPr>
              <p:cNvSpPr/>
              <p:nvPr/>
            </p:nvSpPr>
            <p:spPr>
              <a:xfrm>
                <a:off x="5500687" y="3788954"/>
                <a:ext cx="1000125" cy="647700"/>
              </a:xfrm>
              <a:custGeom>
                <a:avLst/>
                <a:gdLst>
                  <a:gd name="csX0" fmla="*/ 500063 w 1000125"/>
                  <a:gd name="csY0" fmla="*/ 0 h 647700"/>
                  <a:gd name="csX1" fmla="*/ 1000125 w 1000125"/>
                  <a:gd name="csY1" fmla="*/ 323850 h 647700"/>
                  <a:gd name="csX2" fmla="*/ 500063 w 1000125"/>
                  <a:gd name="csY2" fmla="*/ 647700 h 647700"/>
                  <a:gd name="csX3" fmla="*/ 0 w 1000125"/>
                  <a:gd name="csY3" fmla="*/ 323850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00125" h="647700">
                    <a:moveTo>
                      <a:pt x="500063" y="0"/>
                    </a:moveTo>
                    <a:lnTo>
                      <a:pt x="1000125" y="323850"/>
                    </a:lnTo>
                    <a:lnTo>
                      <a:pt x="500063" y="647700"/>
                    </a:lnTo>
                    <a:lnTo>
                      <a:pt x="0" y="323850"/>
                    </a:lnTo>
                    <a:close/>
                  </a:path>
                </a:pathLst>
              </a:custGeom>
              <a:solidFill>
                <a:srgbClr val="FFF3DC"/>
              </a:solidFill>
              <a:ln w="28575" cap="flat">
                <a:solidFill>
                  <a:srgbClr val="FFBD48"/>
                </a:solidFill>
                <a:prstDash val="solid"/>
                <a:miter/>
              </a:ln>
            </p:spPr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B315F431-6104-A7D7-5C99-12A1FB883D9E}"/>
                  </a:ext>
                </a:extLst>
              </p:cNvPr>
              <p:cNvSpPr txBox="1"/>
              <p:nvPr/>
            </p:nvSpPr>
            <p:spPr>
              <a:xfrm>
                <a:off x="5785485" y="3983689"/>
                <a:ext cx="430530" cy="2548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b="1" spc="0" baseline="0" dirty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收藏</a:t>
                </a:r>
              </a:p>
            </p:txBody>
          </p:sp>
        </p:grpSp>
        <p:grpSp>
          <p:nvGrpSpPr>
            <p:cNvPr id="89" name="图形 11">
              <a:extLst>
                <a:ext uri="{FF2B5EF4-FFF2-40B4-BE49-F238E27FC236}">
                  <a16:creationId xmlns:a16="http://schemas.microsoft.com/office/drawing/2014/main" id="{8A6C9126-83BA-530B-B877-DF1BC10BB783}"/>
                </a:ext>
              </a:extLst>
            </p:cNvPr>
            <p:cNvGrpSpPr/>
            <p:nvPr/>
          </p:nvGrpSpPr>
          <p:grpSpPr>
            <a:xfrm>
              <a:off x="8358187" y="3788954"/>
              <a:ext cx="1000125" cy="647700"/>
              <a:chOff x="8358187" y="3788954"/>
              <a:chExt cx="1000125" cy="647700"/>
            </a:xfrm>
          </p:grpSpPr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441D5407-DEDB-C91F-45FF-26471A9F6478}"/>
                  </a:ext>
                </a:extLst>
              </p:cNvPr>
              <p:cNvSpPr/>
              <p:nvPr/>
            </p:nvSpPr>
            <p:spPr>
              <a:xfrm>
                <a:off x="8358187" y="3788954"/>
                <a:ext cx="1000125" cy="647700"/>
              </a:xfrm>
              <a:custGeom>
                <a:avLst/>
                <a:gdLst>
                  <a:gd name="csX0" fmla="*/ 500063 w 1000125"/>
                  <a:gd name="csY0" fmla="*/ 0 h 647700"/>
                  <a:gd name="csX1" fmla="*/ 1000125 w 1000125"/>
                  <a:gd name="csY1" fmla="*/ 323850 h 647700"/>
                  <a:gd name="csX2" fmla="*/ 500063 w 1000125"/>
                  <a:gd name="csY2" fmla="*/ 647700 h 647700"/>
                  <a:gd name="csX3" fmla="*/ 0 w 1000125"/>
                  <a:gd name="csY3" fmla="*/ 323850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00125" h="647700">
                    <a:moveTo>
                      <a:pt x="500063" y="0"/>
                    </a:moveTo>
                    <a:lnTo>
                      <a:pt x="1000125" y="323850"/>
                    </a:lnTo>
                    <a:lnTo>
                      <a:pt x="500063" y="647700"/>
                    </a:lnTo>
                    <a:lnTo>
                      <a:pt x="0" y="323850"/>
                    </a:lnTo>
                    <a:close/>
                  </a:path>
                </a:pathLst>
              </a:custGeom>
              <a:solidFill>
                <a:srgbClr val="FFF3DC"/>
              </a:solidFill>
              <a:ln w="28575" cap="flat">
                <a:solidFill>
                  <a:srgbClr val="FFBD48"/>
                </a:solidFill>
                <a:prstDash val="solid"/>
                <a:miter/>
              </a:ln>
            </p:spPr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C33A0997-9ED3-254F-8383-C93A91E1257F}"/>
                  </a:ext>
                </a:extLst>
              </p:cNvPr>
              <p:cNvSpPr txBox="1"/>
              <p:nvPr/>
            </p:nvSpPr>
            <p:spPr>
              <a:xfrm>
                <a:off x="8642985" y="3983689"/>
                <a:ext cx="430530" cy="2548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75" b="1" spc="0" baseline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订阅</a:t>
                </a:r>
              </a:p>
            </p:txBody>
          </p:sp>
        </p:grpSp>
      </p:grpSp>
      <p:grpSp>
        <p:nvGrpSpPr>
          <p:cNvPr id="92" name="图形 11">
            <a:extLst>
              <a:ext uri="{FF2B5EF4-FFF2-40B4-BE49-F238E27FC236}">
                <a16:creationId xmlns:a16="http://schemas.microsoft.com/office/drawing/2014/main" id="{01E232CC-DBE6-DDE5-BE97-8676F787E093}"/>
              </a:ext>
            </a:extLst>
          </p:cNvPr>
          <p:cNvGrpSpPr/>
          <p:nvPr/>
        </p:nvGrpSpPr>
        <p:grpSpPr>
          <a:xfrm>
            <a:off x="1841153" y="1638561"/>
            <a:ext cx="8132306" cy="3226718"/>
            <a:chOff x="1841153" y="1638561"/>
            <a:chExt cx="8132306" cy="3226718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0517BF9C-45DE-990F-2C5B-6D2C32448BAF}"/>
                </a:ext>
              </a:extLst>
            </p:cNvPr>
            <p:cNvSpPr txBox="1"/>
            <p:nvPr/>
          </p:nvSpPr>
          <p:spPr>
            <a:xfrm>
              <a:off x="2404820" y="2427831"/>
              <a:ext cx="262179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1</a:t>
              </a: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D5552D45-4EE8-5F37-C5F5-D22BD548182F}"/>
                </a:ext>
              </a:extLst>
            </p:cNvPr>
            <p:cNvSpPr txBox="1"/>
            <p:nvPr/>
          </p:nvSpPr>
          <p:spPr>
            <a:xfrm>
              <a:off x="3595687" y="2420964"/>
              <a:ext cx="291940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N</a:t>
              </a: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3769BA59-03F9-D857-D9B1-33D6908DE953}"/>
                </a:ext>
              </a:extLst>
            </p:cNvPr>
            <p:cNvSpPr txBox="1"/>
            <p:nvPr/>
          </p:nvSpPr>
          <p:spPr>
            <a:xfrm>
              <a:off x="5260060" y="2432058"/>
              <a:ext cx="262179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1</a:t>
              </a: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BF9706E4-4709-00AA-C5A3-624EB06D6653}"/>
                </a:ext>
              </a:extLst>
            </p:cNvPr>
            <p:cNvSpPr txBox="1"/>
            <p:nvPr/>
          </p:nvSpPr>
          <p:spPr>
            <a:xfrm>
              <a:off x="6500812" y="2423867"/>
              <a:ext cx="291940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N</a:t>
              </a: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E4B3770A-1878-ADBE-9C5B-7207AC755905}"/>
                </a:ext>
              </a:extLst>
            </p:cNvPr>
            <p:cNvSpPr txBox="1"/>
            <p:nvPr/>
          </p:nvSpPr>
          <p:spPr>
            <a:xfrm>
              <a:off x="8123099" y="2420964"/>
              <a:ext cx="262179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1</a:t>
              </a: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842DF365-EDF9-951F-406D-53B97419686A}"/>
                </a:ext>
              </a:extLst>
            </p:cNvPr>
            <p:cNvSpPr txBox="1"/>
            <p:nvPr/>
          </p:nvSpPr>
          <p:spPr>
            <a:xfrm>
              <a:off x="9358312" y="2436796"/>
              <a:ext cx="262179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1</a:t>
              </a:r>
            </a:p>
          </p:txBody>
        </p:sp>
        <p:grpSp>
          <p:nvGrpSpPr>
            <p:cNvPr id="111" name="图形 11">
              <a:extLst>
                <a:ext uri="{FF2B5EF4-FFF2-40B4-BE49-F238E27FC236}">
                  <a16:creationId xmlns:a16="http://schemas.microsoft.com/office/drawing/2014/main" id="{9981CB79-C8D6-B476-35C7-FCEDE250D98A}"/>
                </a:ext>
              </a:extLst>
            </p:cNvPr>
            <p:cNvGrpSpPr/>
            <p:nvPr/>
          </p:nvGrpSpPr>
          <p:grpSpPr>
            <a:xfrm>
              <a:off x="4213391" y="1638561"/>
              <a:ext cx="1844509" cy="502568"/>
              <a:chOff x="4213391" y="1638561"/>
              <a:chExt cx="1844509" cy="502568"/>
            </a:xfrm>
          </p:grpSpPr>
          <p:sp>
            <p:nvSpPr>
              <p:cNvPr id="112" name="矩形: 圆角 111">
                <a:extLst>
                  <a:ext uri="{FF2B5EF4-FFF2-40B4-BE49-F238E27FC236}">
                    <a16:creationId xmlns:a16="http://schemas.microsoft.com/office/drawing/2014/main" id="{E38C857F-97C2-BCB2-EBD4-43A01234E479}"/>
                  </a:ext>
                </a:extLst>
              </p:cNvPr>
              <p:cNvSpPr/>
              <p:nvPr/>
            </p:nvSpPr>
            <p:spPr>
              <a:xfrm>
                <a:off x="5791200" y="1874429"/>
                <a:ext cx="266700" cy="266700"/>
              </a:xfrm>
              <a:prstGeom prst="roundRect">
                <a:avLst>
                  <a:gd name="adj" fmla="val 21428"/>
                </a:avLst>
              </a:pr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CC855872-D587-B51E-2B6D-99468BDBF132}"/>
                  </a:ext>
                </a:extLst>
              </p:cNvPr>
              <p:cNvSpPr txBox="1"/>
              <p:nvPr/>
            </p:nvSpPr>
            <p:spPr>
              <a:xfrm>
                <a:off x="4213391" y="1638561"/>
                <a:ext cx="162283" cy="248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013" b="1" spc="0" baseline="0" dirty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N</a:t>
                </a:r>
              </a:p>
            </p:txBody>
          </p:sp>
        </p:grp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E807EB06-032A-E12D-58A9-66F30A98EB46}"/>
                </a:ext>
              </a:extLst>
            </p:cNvPr>
            <p:cNvSpPr txBox="1"/>
            <p:nvPr/>
          </p:nvSpPr>
          <p:spPr>
            <a:xfrm>
              <a:off x="4633867" y="2156414"/>
              <a:ext cx="315109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M</a:t>
              </a: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19B3A80B-8DEC-B282-5330-386DEAF0DE11}"/>
                </a:ext>
              </a:extLst>
            </p:cNvPr>
            <p:cNvSpPr txBox="1"/>
            <p:nvPr/>
          </p:nvSpPr>
          <p:spPr>
            <a:xfrm>
              <a:off x="1841153" y="3324307"/>
              <a:ext cx="262179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1</a:t>
              </a:r>
            </a:p>
          </p:txBody>
        </p:sp>
        <p:grpSp>
          <p:nvGrpSpPr>
            <p:cNvPr id="120" name="图形 11">
              <a:extLst>
                <a:ext uri="{FF2B5EF4-FFF2-40B4-BE49-F238E27FC236}">
                  <a16:creationId xmlns:a16="http://schemas.microsoft.com/office/drawing/2014/main" id="{EFBFA2DE-B454-8836-2F9A-06F205137DFB}"/>
                </a:ext>
              </a:extLst>
            </p:cNvPr>
            <p:cNvGrpSpPr/>
            <p:nvPr/>
          </p:nvGrpSpPr>
          <p:grpSpPr>
            <a:xfrm>
              <a:off x="1847850" y="4598579"/>
              <a:ext cx="266700" cy="266700"/>
              <a:chOff x="1847850" y="4598579"/>
              <a:chExt cx="266700" cy="266700"/>
            </a:xfrm>
          </p:grpSpPr>
          <p:sp>
            <p:nvSpPr>
              <p:cNvPr id="121" name="矩形: 圆角 120">
                <a:extLst>
                  <a:ext uri="{FF2B5EF4-FFF2-40B4-BE49-F238E27FC236}">
                    <a16:creationId xmlns:a16="http://schemas.microsoft.com/office/drawing/2014/main" id="{7CA0FCB0-04D5-9784-2692-4774CED9C5CD}"/>
                  </a:ext>
                </a:extLst>
              </p:cNvPr>
              <p:cNvSpPr/>
              <p:nvPr/>
            </p:nvSpPr>
            <p:spPr>
              <a:xfrm>
                <a:off x="1847850" y="4598579"/>
                <a:ext cx="266700" cy="266700"/>
              </a:xfrm>
              <a:prstGeom prst="roundRect">
                <a:avLst>
                  <a:gd name="adj" fmla="val 21428"/>
                </a:avLst>
              </a:pr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9E784AF3-0C54-A5C3-47B1-3DE249CBC4E4}"/>
                  </a:ext>
                </a:extLst>
              </p:cNvPr>
              <p:cNvSpPr txBox="1"/>
              <p:nvPr/>
            </p:nvSpPr>
            <p:spPr>
              <a:xfrm>
                <a:off x="1850110" y="4597774"/>
                <a:ext cx="262179" cy="261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13" b="1" spc="0" baseline="0">
                    <a:ln/>
                    <a:solidFill>
                      <a:srgbClr val="24252D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1</a:t>
                </a:r>
              </a:p>
            </p:txBody>
          </p:sp>
        </p:grp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8C929876-9F31-64B6-D92F-8394E6975B1C}"/>
                </a:ext>
              </a:extLst>
            </p:cNvPr>
            <p:cNvSpPr txBox="1"/>
            <p:nvPr/>
          </p:nvSpPr>
          <p:spPr>
            <a:xfrm>
              <a:off x="2512097" y="3397688"/>
              <a:ext cx="262179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1</a:t>
              </a: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689D3D8F-2F7B-E9E8-AB39-60033DCCD589}"/>
                </a:ext>
              </a:extLst>
            </p:cNvPr>
            <p:cNvSpPr txBox="1"/>
            <p:nvPr/>
          </p:nvSpPr>
          <p:spPr>
            <a:xfrm>
              <a:off x="3845005" y="4316644"/>
              <a:ext cx="291940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N</a:t>
              </a: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4AED7844-955F-03A2-A55E-A13C6CEF2DFC}"/>
                </a:ext>
              </a:extLst>
            </p:cNvPr>
            <p:cNvSpPr txBox="1"/>
            <p:nvPr/>
          </p:nvSpPr>
          <p:spPr>
            <a:xfrm>
              <a:off x="4856966" y="3409291"/>
              <a:ext cx="315109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M</a:t>
              </a: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5249392E-45AB-8A64-4CC8-ED421561D93A}"/>
                </a:ext>
              </a:extLst>
            </p:cNvPr>
            <p:cNvSpPr txBox="1"/>
            <p:nvPr/>
          </p:nvSpPr>
          <p:spPr>
            <a:xfrm>
              <a:off x="6804185" y="4363620"/>
              <a:ext cx="291940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N</a:t>
              </a: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6CAC5B54-A99E-B68E-DFB5-A17028A6B68F}"/>
                </a:ext>
              </a:extLst>
            </p:cNvPr>
            <p:cNvSpPr txBox="1"/>
            <p:nvPr/>
          </p:nvSpPr>
          <p:spPr>
            <a:xfrm>
              <a:off x="7762875" y="3447247"/>
              <a:ext cx="291940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N</a:t>
              </a: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EB941223-5FD2-E8B7-9794-CF71FDCC7504}"/>
                </a:ext>
              </a:extLst>
            </p:cNvPr>
            <p:cNvSpPr txBox="1"/>
            <p:nvPr/>
          </p:nvSpPr>
          <p:spPr>
            <a:xfrm>
              <a:off x="9658350" y="4447220"/>
              <a:ext cx="315109" cy="261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13" b="1" spc="0" baseline="0" dirty="0">
                  <a:ln/>
                  <a:solidFill>
                    <a:srgbClr val="24252D"/>
                  </a:solidFill>
                  <a:latin typeface="微软雅黑"/>
                  <a:ea typeface="微软雅黑"/>
                  <a:sym typeface="微软雅黑"/>
                  <a:rtl val="0"/>
                </a:rPr>
                <a:t>M</a:t>
              </a:r>
            </a:p>
          </p:txBody>
        </p:sp>
      </p:grp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385A60A9-64B0-73EB-6D75-2CC0867A2584}"/>
              </a:ext>
            </a:extLst>
          </p:cNvPr>
          <p:cNvSpPr/>
          <p:nvPr/>
        </p:nvSpPr>
        <p:spPr>
          <a:xfrm rot="17986672">
            <a:off x="4470847" y="2264185"/>
            <a:ext cx="180975" cy="100012"/>
          </a:xfrm>
          <a:custGeom>
            <a:avLst/>
            <a:gdLst>
              <a:gd name="csX0" fmla="*/ 180975 w 180975"/>
              <a:gd name="csY0" fmla="*/ 0 h 100012"/>
              <a:gd name="csX1" fmla="*/ 0 w 180975"/>
              <a:gd name="csY1" fmla="*/ 100013 h 100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0975" h="100012">
                <a:moveTo>
                  <a:pt x="180975" y="0"/>
                </a:moveTo>
                <a:lnTo>
                  <a:pt x="0" y="100013"/>
                </a:lnTo>
              </a:path>
            </a:pathLst>
          </a:custGeom>
          <a:ln w="24765" cap="rnd">
            <a:solidFill>
              <a:srgbClr val="24252D"/>
            </a:solidFill>
            <a:prstDash val="solid"/>
            <a:miter/>
          </a:ln>
        </p:spPr>
      </p: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363B6D8C-FE75-9FB3-23F9-73ECF358F481}"/>
              </a:ext>
            </a:extLst>
          </p:cNvPr>
          <p:cNvCxnSpPr>
            <a:stCxn id="33" idx="3"/>
            <a:endCxn id="69" idx="3"/>
          </p:cNvCxnSpPr>
          <p:nvPr/>
        </p:nvCxnSpPr>
        <p:spPr>
          <a:xfrm>
            <a:off x="2690812" y="2874554"/>
            <a:ext cx="1254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28AF132A-9AF1-93F4-5B0C-33ED27A623A7}"/>
              </a:ext>
            </a:extLst>
          </p:cNvPr>
          <p:cNvCxnSpPr>
            <a:cxnSpLocks/>
            <a:stCxn id="69" idx="1"/>
            <a:endCxn id="37" idx="1"/>
          </p:cNvCxnSpPr>
          <p:nvPr/>
        </p:nvCxnSpPr>
        <p:spPr>
          <a:xfrm>
            <a:off x="3465959" y="2874554"/>
            <a:ext cx="12972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6EC63946-9444-4F27-ABBD-D629F0085635}"/>
              </a:ext>
            </a:extLst>
          </p:cNvPr>
          <p:cNvCxnSpPr>
            <a:cxnSpLocks/>
            <a:stCxn id="37" idx="3"/>
            <a:endCxn id="72" idx="3"/>
          </p:cNvCxnSpPr>
          <p:nvPr/>
        </p:nvCxnSpPr>
        <p:spPr>
          <a:xfrm>
            <a:off x="5548312" y="2874554"/>
            <a:ext cx="17735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FA74B00A-861A-87E3-D425-8A8F0DD1D8BF}"/>
              </a:ext>
            </a:extLst>
          </p:cNvPr>
          <p:cNvCxnSpPr>
            <a:cxnSpLocks/>
            <a:stCxn id="72" idx="1"/>
            <a:endCxn id="41" idx="1"/>
          </p:cNvCxnSpPr>
          <p:nvPr/>
        </p:nvCxnSpPr>
        <p:spPr>
          <a:xfrm>
            <a:off x="6348983" y="2874554"/>
            <a:ext cx="10420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849D5DFF-9D94-CAD1-CE27-F42ECDF5983A}"/>
              </a:ext>
            </a:extLst>
          </p:cNvPr>
          <p:cNvCxnSpPr>
            <a:cxnSpLocks/>
            <a:stCxn id="41" idx="3"/>
            <a:endCxn id="75" idx="3"/>
          </p:cNvCxnSpPr>
          <p:nvPr/>
        </p:nvCxnSpPr>
        <p:spPr>
          <a:xfrm>
            <a:off x="8405812" y="2874554"/>
            <a:ext cx="14287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48809601-C9A0-6381-3F19-082DE5BF38AB}"/>
              </a:ext>
            </a:extLst>
          </p:cNvPr>
          <p:cNvCxnSpPr>
            <a:cxnSpLocks/>
            <a:stCxn id="75" idx="1"/>
            <a:endCxn id="45" idx="1"/>
          </p:cNvCxnSpPr>
          <p:nvPr/>
        </p:nvCxnSpPr>
        <p:spPr>
          <a:xfrm>
            <a:off x="9148765" y="2874554"/>
            <a:ext cx="16192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1600" y="682170"/>
            <a:ext cx="11988800" cy="6052459"/>
          </a:xfrm>
          <a:prstGeom prst="roundRect">
            <a:avLst>
              <a:gd name="adj" fmla="val 4916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3765" y="-133555"/>
            <a:ext cx="5708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逻辑结构设计 · 数据库模型图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75522" y="33929"/>
            <a:ext cx="593817" cy="593817"/>
            <a:chOff x="1131485" y="2234042"/>
            <a:chExt cx="1607262" cy="1607262"/>
          </a:xfrm>
        </p:grpSpPr>
        <p:sp>
          <p:nvSpPr>
            <p:cNvPr id="5" name="椭圆 4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F54812D0-2572-8D49-CA96-96DFC35144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20" y="751866"/>
            <a:ext cx="9819273" cy="58122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25445" y="661464"/>
            <a:ext cx="11988800" cy="6052459"/>
          </a:xfrm>
          <a:prstGeom prst="roundRect">
            <a:avLst>
              <a:gd name="adj" fmla="val 4916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3765" y="-133555"/>
            <a:ext cx="5708293" cy="75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核心表设计（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3NF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75522" y="33929"/>
            <a:ext cx="593817" cy="593817"/>
            <a:chOff x="1131485" y="2234042"/>
            <a:chExt cx="1607262" cy="1607262"/>
          </a:xfrm>
        </p:grpSpPr>
        <p:sp>
          <p:nvSpPr>
            <p:cNvPr id="5" name="椭圆 4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047672" y="1556514"/>
            <a:ext cx="2451338" cy="47574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users 用户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7672" y="2032255"/>
            <a:ext cx="2451338" cy="157402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账号、角色、密码哈希
邮箱/手机 UNIQUE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83759" y="1556514"/>
            <a:ext cx="2451338" cy="47574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categories 分类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83759" y="2032255"/>
            <a:ext cx="2451338" cy="157402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玄幻/都市/科幻等分类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名称 UNIQUE</a:t>
            </a:r>
          </a:p>
        </p:txBody>
      </p:sp>
      <p:sp>
        <p:nvSpPr>
          <p:cNvPr id="12" name="矩形 11"/>
          <p:cNvSpPr/>
          <p:nvPr/>
        </p:nvSpPr>
        <p:spPr>
          <a:xfrm>
            <a:off x="6119845" y="1556514"/>
            <a:ext cx="2451338" cy="47574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novels 作品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119845" y="2032255"/>
            <a:ext cx="2451338" cy="157402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书名、封面、作者外键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章数/字数/均分回写列</a:t>
            </a:r>
          </a:p>
        </p:txBody>
      </p:sp>
      <p:sp>
        <p:nvSpPr>
          <p:cNvPr id="14" name="矩形 13"/>
          <p:cNvSpPr/>
          <p:nvPr/>
        </p:nvSpPr>
        <p:spPr>
          <a:xfrm>
            <a:off x="8655932" y="1556514"/>
            <a:ext cx="2451338" cy="47574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chapters 章节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655932" y="2032255"/>
            <a:ext cx="2451338" cy="157402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章节号 UNIQUE(novel_id,chapter_no)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定价 + 字数</a:t>
            </a:r>
          </a:p>
        </p:txBody>
      </p:sp>
      <p:sp>
        <p:nvSpPr>
          <p:cNvPr id="16" name="矩形 15"/>
          <p:cNvSpPr/>
          <p:nvPr/>
        </p:nvSpPr>
        <p:spPr>
          <a:xfrm>
            <a:off x="1047672" y="3820447"/>
            <a:ext cx="2451338" cy="47574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chapter_contents 正文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47672" y="4296188"/>
            <a:ext cx="2451338" cy="157402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正文大字段 1:1 拆表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避免热点行过宽</a:t>
            </a:r>
          </a:p>
        </p:txBody>
      </p:sp>
      <p:sp>
        <p:nvSpPr>
          <p:cNvPr id="18" name="矩形 17"/>
          <p:cNvSpPr/>
          <p:nvPr/>
        </p:nvSpPr>
        <p:spPr>
          <a:xfrm>
            <a:off x="3583759" y="3820447"/>
            <a:ext cx="2451338" cy="47574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wallet 钱包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583759" y="4296188"/>
            <a:ext cx="2451338" cy="157402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余额 1:1 关联用户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CHECK(余额 &gt;= 0)</a:t>
            </a:r>
          </a:p>
        </p:txBody>
      </p:sp>
      <p:sp>
        <p:nvSpPr>
          <p:cNvPr id="20" name="矩形 19"/>
          <p:cNvSpPr/>
          <p:nvPr/>
        </p:nvSpPr>
        <p:spPr>
          <a:xfrm>
            <a:off x="6119845" y="3820447"/>
            <a:ext cx="2451338" cy="47574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recharge_orders 充值订单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119845" y="4296188"/>
            <a:ext cx="2451338" cy="157402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订单号 UNIQUE、金额、支付方式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状态机：pending/success</a:t>
            </a:r>
          </a:p>
        </p:txBody>
      </p:sp>
      <p:sp>
        <p:nvSpPr>
          <p:cNvPr id="22" name="矩形 21"/>
          <p:cNvSpPr/>
          <p:nvPr/>
        </p:nvSpPr>
        <p:spPr>
          <a:xfrm>
            <a:off x="8655932" y="3820447"/>
            <a:ext cx="2451338" cy="47574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chapter_purchases 订阅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655932" y="4296188"/>
            <a:ext cx="2451338" cy="157402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UNIQUE(user_id, chapter_id)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防重复扣费（行级锁事务）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102" y="210"/>
            <a:ext cx="2100454" cy="6612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1600" y="680962"/>
            <a:ext cx="11988800" cy="6052459"/>
          </a:xfrm>
          <a:prstGeom prst="roundRect">
            <a:avLst>
              <a:gd name="adj" fmla="val 4916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83765" y="-133555"/>
            <a:ext cx="5708293" cy="75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核心业务讲解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75522" y="33929"/>
            <a:ext cx="593817" cy="593817"/>
            <a:chOff x="1131485" y="2234042"/>
            <a:chExt cx="1607262" cy="1607262"/>
          </a:xfrm>
        </p:grpSpPr>
        <p:sp>
          <p:nvSpPr>
            <p:cNvPr id="5" name="椭圆 4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385410" y="945467"/>
            <a:ext cx="4131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章节订阅（预检查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+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事务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+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行级锁）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102" y="210"/>
            <a:ext cx="2100454" cy="66125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C42F51B3-ED53-FB68-8B9D-126E1FD37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10" y="3827686"/>
            <a:ext cx="5391189" cy="83820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B5ECE357-199E-51BA-2C79-529EC5915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85" y="4740949"/>
            <a:ext cx="5915068" cy="1171584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0F542E33-07BD-3236-696D-1ADBCB6377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2344" y="2114243"/>
            <a:ext cx="3505226" cy="129540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65E4826C-E4DF-2C26-8522-563922529A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30" y="1398793"/>
            <a:ext cx="6957754" cy="2155805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A14560EF-9CF7-4C17-0E04-264B66415A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0766" y="3827686"/>
            <a:ext cx="4581558" cy="971557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5B9B13C4-41BD-7766-E370-E08F989621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0766" y="4987879"/>
            <a:ext cx="4846780" cy="10593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38E7E-0EE3-73B3-A56F-BA1101178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C884271E-0EC8-6AE0-1A76-3A44FF618F56}"/>
              </a:ext>
            </a:extLst>
          </p:cNvPr>
          <p:cNvSpPr/>
          <p:nvPr/>
        </p:nvSpPr>
        <p:spPr>
          <a:xfrm>
            <a:off x="101600" y="680962"/>
            <a:ext cx="11988800" cy="6052459"/>
          </a:xfrm>
          <a:prstGeom prst="roundRect">
            <a:avLst>
              <a:gd name="adj" fmla="val 4916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908338-1191-5324-4A9A-393A70B9E26D}"/>
              </a:ext>
            </a:extLst>
          </p:cNvPr>
          <p:cNvSpPr txBox="1"/>
          <p:nvPr/>
        </p:nvSpPr>
        <p:spPr>
          <a:xfrm>
            <a:off x="783765" y="-133555"/>
            <a:ext cx="5708293" cy="75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核心业务讲解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6BE6B82-4F1E-3A19-9772-C01C1B8EF0A2}"/>
              </a:ext>
            </a:extLst>
          </p:cNvPr>
          <p:cNvGrpSpPr/>
          <p:nvPr/>
        </p:nvGrpSpPr>
        <p:grpSpPr>
          <a:xfrm>
            <a:off x="175522" y="33929"/>
            <a:ext cx="593817" cy="593817"/>
            <a:chOff x="1131485" y="2234042"/>
            <a:chExt cx="1607262" cy="1607262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BC725707-F6D1-EC6D-BEDE-C5CA8E67CE23}"/>
                </a:ext>
              </a:extLst>
            </p:cNvPr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68B0A95-7F99-DE0D-7193-3F615436CE66}"/>
                </a:ext>
              </a:extLst>
            </p:cNvPr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KSO_Shape">
              <a:extLst>
                <a:ext uri="{FF2B5EF4-FFF2-40B4-BE49-F238E27FC236}">
                  <a16:creationId xmlns:a16="http://schemas.microsoft.com/office/drawing/2014/main" id="{582F1666-C6EC-F3DA-BCCD-0E1B849C9946}"/>
                </a:ext>
              </a:extLst>
            </p:cNvPr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770F9C51-AC8D-6B50-E731-598E6428BEFD}"/>
              </a:ext>
            </a:extLst>
          </p:cNvPr>
          <p:cNvSpPr txBox="1"/>
          <p:nvPr/>
        </p:nvSpPr>
        <p:spPr>
          <a:xfrm>
            <a:off x="385410" y="945467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书币充值（模拟真实支付，异步回调）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FCAD7AB-8BEE-2DEE-809F-E9CCA5AA7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102" y="210"/>
            <a:ext cx="2100454" cy="6612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A3B8462-7388-FB35-6280-CA9292D14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30" y="1398793"/>
            <a:ext cx="3276624" cy="231459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033E203-DDBF-3FD1-09C4-62AB64A62E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992" y="1068866"/>
            <a:ext cx="4909849" cy="352078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4118728-5807-DB9D-E291-CBA4901AD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34" y="4001198"/>
            <a:ext cx="5896018" cy="229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6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2589D-8EEF-E949-C462-BE1C9CFD0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DB921F2A-8876-2716-A98C-06281AA5AB79}"/>
              </a:ext>
            </a:extLst>
          </p:cNvPr>
          <p:cNvSpPr/>
          <p:nvPr/>
        </p:nvSpPr>
        <p:spPr>
          <a:xfrm>
            <a:off x="101600" y="680962"/>
            <a:ext cx="11988800" cy="6052459"/>
          </a:xfrm>
          <a:prstGeom prst="roundRect">
            <a:avLst>
              <a:gd name="adj" fmla="val 4916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5D4627-C960-8E74-9897-D8FF63A2980D}"/>
              </a:ext>
            </a:extLst>
          </p:cNvPr>
          <p:cNvSpPr txBox="1"/>
          <p:nvPr/>
        </p:nvSpPr>
        <p:spPr>
          <a:xfrm>
            <a:off x="783765" y="-133555"/>
            <a:ext cx="5708293" cy="75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其他数据库应用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CFA113D-3BC1-DFFA-6B7E-73DFFE809CB7}"/>
              </a:ext>
            </a:extLst>
          </p:cNvPr>
          <p:cNvGrpSpPr/>
          <p:nvPr/>
        </p:nvGrpSpPr>
        <p:grpSpPr>
          <a:xfrm>
            <a:off x="175522" y="33929"/>
            <a:ext cx="593817" cy="593817"/>
            <a:chOff x="1131485" y="2234042"/>
            <a:chExt cx="1607262" cy="1607262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B80B3395-5330-E5D9-8505-AD2C14D467C0}"/>
                </a:ext>
              </a:extLst>
            </p:cNvPr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0DD0630-39D7-23DF-6E03-4EF2751C671D}"/>
                </a:ext>
              </a:extLst>
            </p:cNvPr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KSO_Shape">
              <a:extLst>
                <a:ext uri="{FF2B5EF4-FFF2-40B4-BE49-F238E27FC236}">
                  <a16:creationId xmlns:a16="http://schemas.microsoft.com/office/drawing/2014/main" id="{3532846F-6823-35E4-B0BD-9A68F95F1CDB}"/>
                </a:ext>
              </a:extLst>
            </p:cNvPr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52C03994-BFC9-2058-14A8-EEE08B7CF9A4}"/>
              </a:ext>
            </a:extLst>
          </p:cNvPr>
          <p:cNvSpPr txBox="1"/>
          <p:nvPr/>
        </p:nvSpPr>
        <p:spPr>
          <a:xfrm>
            <a:off x="385410" y="94546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触发器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3BAD903-2331-F198-FEB2-F7634BA1C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102" y="210"/>
            <a:ext cx="2100454" cy="6612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5234194-AB06-542B-057B-C32906165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30" y="1345577"/>
            <a:ext cx="8124884" cy="18002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617E60C-09B2-F708-D0C2-6BFC15F6C0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671" y="3199031"/>
            <a:ext cx="4991136" cy="64770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09488FB-7356-CD0E-D7CF-6FB03B5E4BDB}"/>
              </a:ext>
            </a:extLst>
          </p:cNvPr>
          <p:cNvSpPr txBox="1"/>
          <p:nvPr/>
        </p:nvSpPr>
        <p:spPr>
          <a:xfrm>
            <a:off x="464987" y="384673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视图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0338AE0-E9EB-B630-212E-8009252608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008" y="4300062"/>
            <a:ext cx="4924461" cy="126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567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215991" y="611451"/>
            <a:ext cx="11988800" cy="6052459"/>
          </a:xfrm>
          <a:prstGeom prst="roundRect">
            <a:avLst>
              <a:gd name="adj" fmla="val 4916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17219" y="-123959"/>
            <a:ext cx="5708293" cy="75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界面展示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75522" y="33929"/>
            <a:ext cx="593817" cy="593817"/>
            <a:chOff x="1131485" y="2234042"/>
            <a:chExt cx="1607262" cy="1607262"/>
          </a:xfrm>
        </p:grpSpPr>
        <p:sp>
          <p:nvSpPr>
            <p:cNvPr id="5" name="椭圆 4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64AD029A-9DB1-B13B-91DD-6F1D85E06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62" y="680962"/>
            <a:ext cx="11004675" cy="59000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0A89FDF-ECEC-A0CF-66CB-1595AB0C7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62" y="655622"/>
            <a:ext cx="11023081" cy="592539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C98376C-A620-2D69-BF81-39EE84D8E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62" y="659829"/>
            <a:ext cx="10967150" cy="590004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7663C7A-3488-0E2F-FD56-375619E4EA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662" y="644270"/>
            <a:ext cx="11215953" cy="59981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650B920-5984-C8FF-ACF9-912669BA97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05" y="643306"/>
            <a:ext cx="11387572" cy="6026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1600" y="682170"/>
            <a:ext cx="11988800" cy="6052459"/>
          </a:xfrm>
          <a:prstGeom prst="roundRect">
            <a:avLst>
              <a:gd name="adj" fmla="val 4916"/>
            </a:avLst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3765" y="-133555"/>
            <a:ext cx="5708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总结与展望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75522" y="33929"/>
            <a:ext cx="593817" cy="593817"/>
            <a:chOff x="1131485" y="2234042"/>
            <a:chExt cx="1607262" cy="1607262"/>
          </a:xfrm>
        </p:grpSpPr>
        <p:sp>
          <p:nvSpPr>
            <p:cNvPr id="5" name="椭圆 4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241020" y="2343577"/>
              <a:ext cx="1388192" cy="138819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KSO_Shape"/>
            <p:cNvSpPr/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1660229 w 8965002"/>
                <a:gd name="T1" fmla="*/ 723707 h 8673857"/>
                <a:gd name="T2" fmla="*/ 1707743 w 8965002"/>
                <a:gd name="T3" fmla="*/ 723707 h 8673857"/>
                <a:gd name="T4" fmla="*/ 1786179 w 8965002"/>
                <a:gd name="T5" fmla="*/ 872262 h 8673857"/>
                <a:gd name="T6" fmla="*/ 1398524 w 8965002"/>
                <a:gd name="T7" fmla="*/ 1455923 h 8673857"/>
                <a:gd name="T8" fmla="*/ 1307266 w 8965002"/>
                <a:gd name="T9" fmla="*/ 1501168 h 8673857"/>
                <a:gd name="T10" fmla="*/ 1079500 w 8965002"/>
                <a:gd name="T11" fmla="*/ 1501168 h 8673857"/>
                <a:gd name="T12" fmla="*/ 1079500 w 8965002"/>
                <a:gd name="T13" fmla="*/ 1685165 h 8673857"/>
                <a:gd name="T14" fmla="*/ 1049332 w 8965002"/>
                <a:gd name="T15" fmla="*/ 1734934 h 8673857"/>
                <a:gd name="T16" fmla="*/ 1021427 w 8965002"/>
                <a:gd name="T17" fmla="*/ 1741721 h 8673857"/>
                <a:gd name="T18" fmla="*/ 985980 w 8965002"/>
                <a:gd name="T19" fmla="*/ 1731164 h 8673857"/>
                <a:gd name="T20" fmla="*/ 808744 w 8965002"/>
                <a:gd name="T21" fmla="*/ 1611265 h 8673857"/>
                <a:gd name="T22" fmla="*/ 635280 w 8965002"/>
                <a:gd name="T23" fmla="*/ 1731164 h 8673857"/>
                <a:gd name="T24" fmla="*/ 571927 w 8965002"/>
                <a:gd name="T25" fmla="*/ 1734934 h 8673857"/>
                <a:gd name="T26" fmla="*/ 539497 w 8965002"/>
                <a:gd name="T27" fmla="*/ 1685165 h 8673857"/>
                <a:gd name="T28" fmla="*/ 539497 w 8965002"/>
                <a:gd name="T29" fmla="*/ 1225173 h 8673857"/>
                <a:gd name="T30" fmla="*/ 636788 w 8965002"/>
                <a:gd name="T31" fmla="*/ 1030619 h 8673857"/>
                <a:gd name="T32" fmla="*/ 667710 w 8965002"/>
                <a:gd name="T33" fmla="*/ 1022324 h 8673857"/>
                <a:gd name="T34" fmla="*/ 1142852 w 8965002"/>
                <a:gd name="T35" fmla="*/ 1022324 h 8673857"/>
                <a:gd name="T36" fmla="*/ 1077992 w 8965002"/>
                <a:gd name="T37" fmla="*/ 1261369 h 8673857"/>
                <a:gd name="T38" fmla="*/ 1250702 w 8965002"/>
                <a:gd name="T39" fmla="*/ 1261369 h 8673857"/>
                <a:gd name="T40" fmla="*/ 1660229 w 8965002"/>
                <a:gd name="T41" fmla="*/ 723707 h 8673857"/>
                <a:gd name="T42" fmla="*/ 1227016 w 8965002"/>
                <a:gd name="T43" fmla="*/ 26 h 8673857"/>
                <a:gd name="T44" fmla="*/ 1646524 w 8965002"/>
                <a:gd name="T45" fmla="*/ 27634 h 8673857"/>
                <a:gd name="T46" fmla="*/ 1722691 w 8965002"/>
                <a:gd name="T47" fmla="*/ 177681 h 8673857"/>
                <a:gd name="T48" fmla="*/ 1246833 w 8965002"/>
                <a:gd name="T49" fmla="*/ 798230 h 8673857"/>
                <a:gd name="T50" fmla="*/ 1160861 w 8965002"/>
                <a:gd name="T51" fmla="*/ 838946 h 8673857"/>
                <a:gd name="T52" fmla="*/ 443680 w 8965002"/>
                <a:gd name="T53" fmla="*/ 838946 h 8673857"/>
                <a:gd name="T54" fmla="*/ 231014 w 8965002"/>
                <a:gd name="T55" fmla="*/ 1099833 h 8673857"/>
                <a:gd name="T56" fmla="*/ 361479 w 8965002"/>
                <a:gd name="T57" fmla="*/ 1249880 h 8673857"/>
                <a:gd name="T58" fmla="*/ 418794 w 8965002"/>
                <a:gd name="T59" fmla="*/ 1261190 h 8673857"/>
                <a:gd name="T60" fmla="*/ 418794 w 8965002"/>
                <a:gd name="T61" fmla="*/ 1500965 h 8673857"/>
                <a:gd name="T62" fmla="*/ 10807 w 8965002"/>
                <a:gd name="T63" fmla="*/ 1148843 h 8673857"/>
                <a:gd name="T64" fmla="*/ 13069 w 8965002"/>
                <a:gd name="T65" fmla="*/ 949785 h 8673857"/>
                <a:gd name="T66" fmla="*/ 545488 w 8965002"/>
                <a:gd name="T67" fmla="*/ 134703 h 8673857"/>
                <a:gd name="T68" fmla="*/ 706119 w 8965002"/>
                <a:gd name="T69" fmla="*/ 45730 h 8673857"/>
                <a:gd name="T70" fmla="*/ 1227016 w 8965002"/>
                <a:gd name="T71" fmla="*/ 26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544637" y="1354931"/>
            <a:ext cx="1814513" cy="2590800"/>
          </a:xfrm>
          <a:prstGeom prst="rect">
            <a:avLst/>
          </a:prstGeom>
          <a:solidFill>
            <a:schemeClr val="accent1"/>
          </a:solidFill>
          <a:ln w="12700">
            <a:noFill/>
            <a:miter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1800" dirty="0">
              <a:solidFill>
                <a:srgbClr val="A1BD7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32237" y="1354931"/>
            <a:ext cx="1814513" cy="2590800"/>
          </a:xfrm>
          <a:prstGeom prst="rect">
            <a:avLst/>
          </a:prstGeom>
          <a:solidFill>
            <a:schemeClr val="accent2"/>
          </a:solidFill>
          <a:ln w="12700">
            <a:noFill/>
            <a:miter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45237" y="1354931"/>
            <a:ext cx="1816100" cy="2590800"/>
          </a:xfrm>
          <a:prstGeom prst="rect">
            <a:avLst/>
          </a:prstGeom>
          <a:solidFill>
            <a:schemeClr val="accent3"/>
          </a:solidFill>
          <a:ln w="12700">
            <a:noFill/>
            <a:miter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759825" y="1354931"/>
            <a:ext cx="1814512" cy="2590800"/>
          </a:xfrm>
          <a:prstGeom prst="rect">
            <a:avLst/>
          </a:prstGeom>
          <a:solidFill>
            <a:schemeClr val="accent4"/>
          </a:solidFill>
          <a:ln w="12700">
            <a:noFill/>
            <a:miter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6734175" y="3482181"/>
            <a:ext cx="925512" cy="925513"/>
          </a:xfrm>
          <a:custGeom>
            <a:avLst/>
            <a:gdLst>
              <a:gd name="txL" fmla="*/ 0 w 925404"/>
              <a:gd name="txT" fmla="*/ 0 h 925404"/>
              <a:gd name="txR" fmla="*/ 925404 w 925404"/>
              <a:gd name="txB" fmla="*/ 925404 h 925404"/>
            </a:gdLst>
            <a:ahLst/>
            <a:cxnLst>
              <a:cxn ang="0">
                <a:pos x="462810" y="0"/>
              </a:cxn>
              <a:cxn ang="0">
                <a:pos x="925620" y="462812"/>
              </a:cxn>
              <a:cxn ang="0">
                <a:pos x="462810" y="925622"/>
              </a:cxn>
              <a:cxn ang="0">
                <a:pos x="0" y="462812"/>
              </a:cxn>
              <a:cxn ang="0">
                <a:pos x="462810" y="0"/>
              </a:cxn>
            </a:cxnLst>
            <a:rect l="txL" t="txT" r="txR" b="txB"/>
            <a:pathLst>
              <a:path w="925404" h="925404">
                <a:moveTo>
                  <a:pt x="462702" y="0"/>
                </a:moveTo>
                <a:cubicBezTo>
                  <a:pt x="718245" y="0"/>
                  <a:pt x="925404" y="207159"/>
                  <a:pt x="925404" y="462702"/>
                </a:cubicBezTo>
                <a:cubicBezTo>
                  <a:pt x="925404" y="718245"/>
                  <a:pt x="718245" y="925404"/>
                  <a:pt x="462702" y="925404"/>
                </a:cubicBezTo>
                <a:cubicBezTo>
                  <a:pt x="207159" y="925404"/>
                  <a:pt x="0" y="718245"/>
                  <a:pt x="0" y="462702"/>
                </a:cubicBezTo>
                <a:cubicBezTo>
                  <a:pt x="0" y="207159"/>
                  <a:pt x="207159" y="0"/>
                  <a:pt x="462702" y="0"/>
                </a:cubicBezTo>
                <a:close/>
              </a:path>
            </a:pathLst>
          </a:custGeom>
          <a:solidFill>
            <a:schemeClr val="accent3"/>
          </a:solidFill>
          <a:ln w="69850" cap="flat" cmpd="sng">
            <a:solidFill>
              <a:srgbClr val="FFF6E7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1989137" y="3482181"/>
            <a:ext cx="925513" cy="925513"/>
          </a:xfrm>
          <a:custGeom>
            <a:avLst/>
            <a:gdLst>
              <a:gd name="txL" fmla="*/ 0 w 925404"/>
              <a:gd name="txT" fmla="*/ 0 h 925404"/>
              <a:gd name="txR" fmla="*/ 925404 w 925404"/>
              <a:gd name="txB" fmla="*/ 925404 h 925404"/>
            </a:gdLst>
            <a:ahLst/>
            <a:cxnLst>
              <a:cxn ang="0">
                <a:pos x="462812" y="0"/>
              </a:cxn>
              <a:cxn ang="0">
                <a:pos x="925622" y="462812"/>
              </a:cxn>
              <a:cxn ang="0">
                <a:pos x="462812" y="925622"/>
              </a:cxn>
              <a:cxn ang="0">
                <a:pos x="0" y="462812"/>
              </a:cxn>
              <a:cxn ang="0">
                <a:pos x="462812" y="0"/>
              </a:cxn>
            </a:cxnLst>
            <a:rect l="txL" t="txT" r="txR" b="txB"/>
            <a:pathLst>
              <a:path w="925404" h="925404">
                <a:moveTo>
                  <a:pt x="462702" y="0"/>
                </a:moveTo>
                <a:cubicBezTo>
                  <a:pt x="718245" y="0"/>
                  <a:pt x="925404" y="207159"/>
                  <a:pt x="925404" y="462702"/>
                </a:cubicBezTo>
                <a:cubicBezTo>
                  <a:pt x="925404" y="718245"/>
                  <a:pt x="718245" y="925404"/>
                  <a:pt x="462702" y="925404"/>
                </a:cubicBezTo>
                <a:cubicBezTo>
                  <a:pt x="207159" y="925404"/>
                  <a:pt x="0" y="718245"/>
                  <a:pt x="0" y="462702"/>
                </a:cubicBezTo>
                <a:cubicBezTo>
                  <a:pt x="0" y="207159"/>
                  <a:pt x="207159" y="0"/>
                  <a:pt x="462702" y="0"/>
                </a:cubicBezTo>
                <a:close/>
              </a:path>
            </a:pathLst>
          </a:custGeom>
          <a:solidFill>
            <a:schemeClr val="accent1"/>
          </a:solidFill>
          <a:ln w="69850" cap="flat" cmpd="sng">
            <a:solidFill>
              <a:srgbClr val="FFF6E7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9180512" y="3482181"/>
            <a:ext cx="923925" cy="925513"/>
          </a:xfrm>
          <a:custGeom>
            <a:avLst/>
            <a:gdLst>
              <a:gd name="txL" fmla="*/ 0 w 925404"/>
              <a:gd name="txT" fmla="*/ 0 h 925404"/>
              <a:gd name="txR" fmla="*/ 925404 w 925404"/>
              <a:gd name="txB" fmla="*/ 925404 h 925404"/>
            </a:gdLst>
            <a:ahLst/>
            <a:cxnLst>
              <a:cxn ang="0">
                <a:pos x="461225" y="0"/>
              </a:cxn>
              <a:cxn ang="0">
                <a:pos x="922448" y="462812"/>
              </a:cxn>
              <a:cxn ang="0">
                <a:pos x="461225" y="925622"/>
              </a:cxn>
              <a:cxn ang="0">
                <a:pos x="0" y="462812"/>
              </a:cxn>
              <a:cxn ang="0">
                <a:pos x="461225" y="0"/>
              </a:cxn>
            </a:cxnLst>
            <a:rect l="txL" t="txT" r="txR" b="txB"/>
            <a:pathLst>
              <a:path w="925404" h="925404">
                <a:moveTo>
                  <a:pt x="462702" y="0"/>
                </a:moveTo>
                <a:cubicBezTo>
                  <a:pt x="718245" y="0"/>
                  <a:pt x="925404" y="207159"/>
                  <a:pt x="925404" y="462702"/>
                </a:cubicBezTo>
                <a:cubicBezTo>
                  <a:pt x="925404" y="718245"/>
                  <a:pt x="718245" y="925404"/>
                  <a:pt x="462702" y="925404"/>
                </a:cubicBezTo>
                <a:cubicBezTo>
                  <a:pt x="207159" y="925404"/>
                  <a:pt x="0" y="718245"/>
                  <a:pt x="0" y="462702"/>
                </a:cubicBezTo>
                <a:cubicBezTo>
                  <a:pt x="0" y="207159"/>
                  <a:pt x="207159" y="0"/>
                  <a:pt x="462702" y="0"/>
                </a:cubicBezTo>
                <a:close/>
              </a:path>
            </a:pathLst>
          </a:custGeom>
          <a:solidFill>
            <a:schemeClr val="accent4"/>
          </a:solidFill>
          <a:ln w="69850" cap="flat" cmpd="sng">
            <a:solidFill>
              <a:srgbClr val="FFF6E7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4376737" y="3482181"/>
            <a:ext cx="925513" cy="925513"/>
          </a:xfrm>
          <a:custGeom>
            <a:avLst/>
            <a:gdLst>
              <a:gd name="txL" fmla="*/ 0 w 925404"/>
              <a:gd name="txT" fmla="*/ 0 h 925404"/>
              <a:gd name="txR" fmla="*/ 925404 w 925404"/>
              <a:gd name="txB" fmla="*/ 925404 h 925404"/>
            </a:gdLst>
            <a:ahLst/>
            <a:cxnLst>
              <a:cxn ang="0">
                <a:pos x="462812" y="0"/>
              </a:cxn>
              <a:cxn ang="0">
                <a:pos x="925622" y="462812"/>
              </a:cxn>
              <a:cxn ang="0">
                <a:pos x="462812" y="925622"/>
              </a:cxn>
              <a:cxn ang="0">
                <a:pos x="0" y="462812"/>
              </a:cxn>
              <a:cxn ang="0">
                <a:pos x="462812" y="0"/>
              </a:cxn>
            </a:cxnLst>
            <a:rect l="txL" t="txT" r="txR" b="txB"/>
            <a:pathLst>
              <a:path w="925404" h="925404">
                <a:moveTo>
                  <a:pt x="462702" y="0"/>
                </a:moveTo>
                <a:cubicBezTo>
                  <a:pt x="718245" y="0"/>
                  <a:pt x="925404" y="207159"/>
                  <a:pt x="925404" y="462702"/>
                </a:cubicBezTo>
                <a:cubicBezTo>
                  <a:pt x="925404" y="718245"/>
                  <a:pt x="718245" y="925404"/>
                  <a:pt x="462702" y="925404"/>
                </a:cubicBezTo>
                <a:cubicBezTo>
                  <a:pt x="207159" y="925404"/>
                  <a:pt x="0" y="718245"/>
                  <a:pt x="0" y="462702"/>
                </a:cubicBezTo>
                <a:cubicBezTo>
                  <a:pt x="0" y="207159"/>
                  <a:pt x="207159" y="0"/>
                  <a:pt x="462702" y="0"/>
                </a:cubicBezTo>
                <a:close/>
              </a:path>
            </a:pathLst>
          </a:custGeom>
          <a:solidFill>
            <a:schemeClr val="accent2"/>
          </a:solidFill>
          <a:ln w="69850" cap="flat" cmpd="sng">
            <a:solidFill>
              <a:srgbClr val="FFF6E7">
                <a:alpha val="100000"/>
              </a:srgbClr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16400" y="1500981"/>
            <a:ext cx="1247775" cy="1355725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34175" y="1500981"/>
            <a:ext cx="1025525" cy="10493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-2977434">
            <a:off x="9291637" y="1291431"/>
            <a:ext cx="1079500" cy="1027113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51037" y="1500981"/>
            <a:ext cx="963613" cy="107156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20" name="文本框 60"/>
          <p:cNvSpPr/>
          <p:nvPr/>
        </p:nvSpPr>
        <p:spPr>
          <a:xfrm>
            <a:off x="1951037" y="2583656"/>
            <a:ext cx="1005403" cy="535531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FFF6E7"/>
                </a:solidFill>
                <a:cs typeface="+mn-ea"/>
                <a:sym typeface="+mn-lt"/>
              </a:rPr>
              <a:t>完成</a:t>
            </a:r>
          </a:p>
        </p:txBody>
      </p:sp>
      <p:sp>
        <p:nvSpPr>
          <p:cNvPr id="21" name="文本框 61"/>
          <p:cNvSpPr/>
          <p:nvPr/>
        </p:nvSpPr>
        <p:spPr>
          <a:xfrm>
            <a:off x="4373562" y="2583656"/>
            <a:ext cx="1005403" cy="535531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FFF6E7"/>
                </a:solidFill>
                <a:cs typeface="+mn-ea"/>
                <a:sym typeface="+mn-lt"/>
              </a:rPr>
              <a:t>收获</a:t>
            </a:r>
          </a:p>
        </p:txBody>
      </p:sp>
      <p:sp>
        <p:nvSpPr>
          <p:cNvPr id="22" name="文本框 62"/>
          <p:cNvSpPr/>
          <p:nvPr/>
        </p:nvSpPr>
        <p:spPr>
          <a:xfrm>
            <a:off x="6794499" y="2583656"/>
            <a:ext cx="1005403" cy="535531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FFF6E7"/>
                </a:solidFill>
                <a:cs typeface="+mn-ea"/>
                <a:sym typeface="+mn-lt"/>
              </a:rPr>
              <a:t>不足</a:t>
            </a:r>
          </a:p>
        </p:txBody>
      </p:sp>
      <p:sp>
        <p:nvSpPr>
          <p:cNvPr id="23" name="文本框 63"/>
          <p:cNvSpPr/>
          <p:nvPr/>
        </p:nvSpPr>
        <p:spPr>
          <a:xfrm>
            <a:off x="9217024" y="2583656"/>
            <a:ext cx="1005403" cy="535531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FFF6E7"/>
                </a:solidFill>
                <a:cs typeface="+mn-ea"/>
                <a:sym typeface="+mn-lt"/>
              </a:rPr>
              <a:t>展望</a:t>
            </a:r>
          </a:p>
        </p:txBody>
      </p:sp>
      <p:sp>
        <p:nvSpPr>
          <p:cNvPr id="24" name="文本框 65"/>
          <p:cNvSpPr/>
          <p:nvPr/>
        </p:nvSpPr>
        <p:spPr>
          <a:xfrm>
            <a:off x="2217737" y="3632994"/>
            <a:ext cx="441146" cy="590931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FFF6E7"/>
                </a:solidFill>
                <a:cs typeface="+mn-ea"/>
                <a:sym typeface="+mn-lt"/>
              </a:rPr>
              <a:t>1</a:t>
            </a:r>
            <a:endParaRPr lang="zh-CN" altLang="en-US" sz="3600" b="1" dirty="0">
              <a:solidFill>
                <a:srgbClr val="FFF6E7"/>
              </a:solidFill>
              <a:cs typeface="+mn-ea"/>
              <a:sym typeface="+mn-lt"/>
            </a:endParaRPr>
          </a:p>
        </p:txBody>
      </p:sp>
      <p:sp>
        <p:nvSpPr>
          <p:cNvPr id="25" name="文本框 66"/>
          <p:cNvSpPr/>
          <p:nvPr/>
        </p:nvSpPr>
        <p:spPr>
          <a:xfrm>
            <a:off x="4605337" y="3632994"/>
            <a:ext cx="441146" cy="590931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FFF6E7"/>
                </a:solidFill>
                <a:cs typeface="+mn-ea"/>
                <a:sym typeface="+mn-lt"/>
              </a:rPr>
              <a:t>2</a:t>
            </a:r>
            <a:endParaRPr lang="zh-CN" altLang="en-US" sz="3600" b="1" dirty="0">
              <a:solidFill>
                <a:srgbClr val="FFF6E7"/>
              </a:solidFill>
              <a:cs typeface="+mn-ea"/>
              <a:sym typeface="+mn-lt"/>
            </a:endParaRPr>
          </a:p>
        </p:txBody>
      </p:sp>
      <p:sp>
        <p:nvSpPr>
          <p:cNvPr id="26" name="文本框 67"/>
          <p:cNvSpPr/>
          <p:nvPr/>
        </p:nvSpPr>
        <p:spPr>
          <a:xfrm>
            <a:off x="6972300" y="3669506"/>
            <a:ext cx="441146" cy="590931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FFF6E7"/>
                </a:solidFill>
                <a:cs typeface="+mn-ea"/>
                <a:sym typeface="+mn-lt"/>
              </a:rPr>
              <a:t>3</a:t>
            </a:r>
            <a:endParaRPr lang="zh-CN" altLang="en-US" sz="3600" b="1" dirty="0">
              <a:solidFill>
                <a:srgbClr val="FFF6E7"/>
              </a:solidFill>
              <a:cs typeface="+mn-ea"/>
              <a:sym typeface="+mn-lt"/>
            </a:endParaRPr>
          </a:p>
        </p:txBody>
      </p:sp>
      <p:sp>
        <p:nvSpPr>
          <p:cNvPr id="27" name="文本框 68"/>
          <p:cNvSpPr/>
          <p:nvPr/>
        </p:nvSpPr>
        <p:spPr>
          <a:xfrm>
            <a:off x="9447212" y="3632994"/>
            <a:ext cx="441146" cy="590931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FFF6E7"/>
                </a:solidFill>
                <a:cs typeface="+mn-ea"/>
                <a:sym typeface="+mn-lt"/>
              </a:rPr>
              <a:t>4</a:t>
            </a:r>
            <a:endParaRPr lang="zh-CN" altLang="en-US" sz="3600" b="1" dirty="0">
              <a:solidFill>
                <a:srgbClr val="FFF6E7"/>
              </a:solidFill>
              <a:cs typeface="+mn-ea"/>
              <a:sym typeface="+mn-lt"/>
            </a:endParaRPr>
          </a:p>
        </p:txBody>
      </p:sp>
      <p:sp>
        <p:nvSpPr>
          <p:cNvPr id="28" name="TextBox 19"/>
          <p:cNvSpPr txBox="1"/>
          <p:nvPr/>
        </p:nvSpPr>
        <p:spPr>
          <a:xfrm>
            <a:off x="1229189" y="4964866"/>
            <a:ext cx="2349202" cy="70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完整创作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阅读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付费闭环与互动体系</a:t>
            </a:r>
          </a:p>
        </p:txBody>
      </p:sp>
      <p:sp>
        <p:nvSpPr>
          <p:cNvPr id="29" name="TextBox 20"/>
          <p:cNvSpPr txBox="1"/>
          <p:nvPr/>
        </p:nvSpPr>
        <p:spPr>
          <a:xfrm>
            <a:off x="1322456" y="4558507"/>
            <a:ext cx="216266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完成情况</a:t>
            </a:r>
          </a:p>
        </p:txBody>
      </p:sp>
      <p:sp>
        <p:nvSpPr>
          <p:cNvPr id="30" name="TextBox 19"/>
          <p:cNvSpPr txBox="1"/>
          <p:nvPr/>
        </p:nvSpPr>
        <p:spPr>
          <a:xfrm>
            <a:off x="3671658" y="4964866"/>
            <a:ext cx="234920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行锁事务防重复扣费</a:t>
            </a: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触发器/视图/缓存/索引组合应用</a:t>
            </a:r>
          </a:p>
        </p:txBody>
      </p:sp>
      <p:sp>
        <p:nvSpPr>
          <p:cNvPr id="31" name="TextBox 20"/>
          <p:cNvSpPr txBox="1"/>
          <p:nvPr/>
        </p:nvSpPr>
        <p:spPr>
          <a:xfrm>
            <a:off x="3764925" y="4558507"/>
            <a:ext cx="216266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收获心得</a:t>
            </a:r>
          </a:p>
        </p:txBody>
      </p:sp>
      <p:sp>
        <p:nvSpPr>
          <p:cNvPr id="32" name="TextBox 19"/>
          <p:cNvSpPr txBox="1"/>
          <p:nvPr/>
        </p:nvSpPr>
        <p:spPr>
          <a:xfrm>
            <a:off x="6103410" y="4964866"/>
            <a:ext cx="2349202" cy="382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排名算法、推荐算法简单，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TextBox 20"/>
          <p:cNvSpPr txBox="1"/>
          <p:nvPr/>
        </p:nvSpPr>
        <p:spPr>
          <a:xfrm>
            <a:off x="6196677" y="4558507"/>
            <a:ext cx="216266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不足之处</a:t>
            </a:r>
          </a:p>
        </p:txBody>
      </p:sp>
      <p:sp>
        <p:nvSpPr>
          <p:cNvPr id="34" name="TextBox 19"/>
          <p:cNvSpPr txBox="1"/>
          <p:nvPr/>
        </p:nvSpPr>
        <p:spPr>
          <a:xfrm>
            <a:off x="8441895" y="4964866"/>
            <a:ext cx="2349202" cy="382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移动端适配，优化推荐算法</a:t>
            </a:r>
          </a:p>
        </p:txBody>
      </p:sp>
      <p:sp>
        <p:nvSpPr>
          <p:cNvPr id="35" name="TextBox 20"/>
          <p:cNvSpPr txBox="1"/>
          <p:nvPr/>
        </p:nvSpPr>
        <p:spPr>
          <a:xfrm>
            <a:off x="8535162" y="4558507"/>
            <a:ext cx="216266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后续展望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102" y="210"/>
            <a:ext cx="2100454" cy="6612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46200" y="1130486"/>
            <a:ext cx="9499600" cy="4597028"/>
          </a:xfrm>
          <a:prstGeom prst="rect">
            <a:avLst/>
          </a:prstGeom>
          <a:solidFill>
            <a:schemeClr val="accent1">
              <a:alpha val="52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191491" y="2893592"/>
            <a:ext cx="780213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>
                <a:solidFill>
                  <a:schemeClr val="bg1"/>
                </a:solidFill>
                <a:cs typeface="+mn-ea"/>
                <a:sym typeface="+mn-lt"/>
              </a:rPr>
              <a:t>感谢各位老师的倾听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3059479" y="4211606"/>
            <a:ext cx="6066162" cy="41389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72880" y="4194674"/>
            <a:ext cx="64393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</a:rPr>
              <a:t>Thank you for listening. Q&amp;A welcome!</a:t>
            </a:r>
          </a:p>
        </p:txBody>
      </p:sp>
      <p:sp>
        <p:nvSpPr>
          <p:cNvPr id="9" name="椭圆 8"/>
          <p:cNvSpPr/>
          <p:nvPr/>
        </p:nvSpPr>
        <p:spPr>
          <a:xfrm>
            <a:off x="3552372" y="4892657"/>
            <a:ext cx="307777" cy="3077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KSO_Shape"/>
          <p:cNvSpPr/>
          <p:nvPr/>
        </p:nvSpPr>
        <p:spPr bwMode="auto">
          <a:xfrm>
            <a:off x="3619597" y="4935200"/>
            <a:ext cx="173326" cy="222689"/>
          </a:xfrm>
          <a:custGeom>
            <a:avLst/>
            <a:gdLst>
              <a:gd name="T0" fmla="*/ 646796 w 5367"/>
              <a:gd name="T1" fmla="*/ 843536 h 6897"/>
              <a:gd name="T2" fmla="*/ 520861 w 5367"/>
              <a:gd name="T3" fmla="*/ 880824 h 6897"/>
              <a:gd name="T4" fmla="*/ 403764 w 5367"/>
              <a:gd name="T5" fmla="*/ 946285 h 6897"/>
              <a:gd name="T6" fmla="*/ 297714 w 5367"/>
              <a:gd name="T7" fmla="*/ 1036605 h 6897"/>
              <a:gd name="T8" fmla="*/ 204644 w 5367"/>
              <a:gd name="T9" fmla="*/ 1149850 h 6897"/>
              <a:gd name="T10" fmla="*/ 126487 w 5367"/>
              <a:gd name="T11" fmla="*/ 1282429 h 6897"/>
              <a:gd name="T12" fmla="*/ 65729 w 5367"/>
              <a:gd name="T13" fmla="*/ 1432134 h 6897"/>
              <a:gd name="T14" fmla="*/ 23475 w 5367"/>
              <a:gd name="T15" fmla="*/ 1595648 h 6897"/>
              <a:gd name="T16" fmla="*/ 2209 w 5367"/>
              <a:gd name="T17" fmla="*/ 1771316 h 6897"/>
              <a:gd name="T18" fmla="*/ 1481389 w 5367"/>
              <a:gd name="T19" fmla="*/ 1905000 h 6897"/>
              <a:gd name="T20" fmla="*/ 1480009 w 5367"/>
              <a:gd name="T21" fmla="*/ 1771316 h 6897"/>
              <a:gd name="T22" fmla="*/ 1459020 w 5367"/>
              <a:gd name="T23" fmla="*/ 1595648 h 6897"/>
              <a:gd name="T24" fmla="*/ 1417041 w 5367"/>
              <a:gd name="T25" fmla="*/ 1432134 h 6897"/>
              <a:gd name="T26" fmla="*/ 1355731 w 5367"/>
              <a:gd name="T27" fmla="*/ 1282429 h 6897"/>
              <a:gd name="T28" fmla="*/ 1277850 w 5367"/>
              <a:gd name="T29" fmla="*/ 1149850 h 6897"/>
              <a:gd name="T30" fmla="*/ 1184780 w 5367"/>
              <a:gd name="T31" fmla="*/ 1036605 h 6897"/>
              <a:gd name="T32" fmla="*/ 1078730 w 5367"/>
              <a:gd name="T33" fmla="*/ 946285 h 6897"/>
              <a:gd name="T34" fmla="*/ 961633 w 5367"/>
              <a:gd name="T35" fmla="*/ 880824 h 6897"/>
              <a:gd name="T36" fmla="*/ 835422 w 5367"/>
              <a:gd name="T37" fmla="*/ 843536 h 6897"/>
              <a:gd name="T38" fmla="*/ 747875 w 5367"/>
              <a:gd name="T39" fmla="*/ 731120 h 6897"/>
              <a:gd name="T40" fmla="*/ 805043 w 5367"/>
              <a:gd name="T41" fmla="*/ 726701 h 6897"/>
              <a:gd name="T42" fmla="*/ 868286 w 5367"/>
              <a:gd name="T43" fmla="*/ 711786 h 6897"/>
              <a:gd name="T44" fmla="*/ 926559 w 5367"/>
              <a:gd name="T45" fmla="*/ 686927 h 6897"/>
              <a:gd name="T46" fmla="*/ 979032 w 5367"/>
              <a:gd name="T47" fmla="*/ 653230 h 6897"/>
              <a:gd name="T48" fmla="*/ 1024876 w 5367"/>
              <a:gd name="T49" fmla="*/ 611246 h 6897"/>
              <a:gd name="T50" fmla="*/ 1063264 w 5367"/>
              <a:gd name="T51" fmla="*/ 562358 h 6897"/>
              <a:gd name="T52" fmla="*/ 1092815 w 5367"/>
              <a:gd name="T53" fmla="*/ 507945 h 6897"/>
              <a:gd name="T54" fmla="*/ 1112699 w 5367"/>
              <a:gd name="T55" fmla="*/ 448008 h 6897"/>
              <a:gd name="T56" fmla="*/ 1121813 w 5367"/>
              <a:gd name="T57" fmla="*/ 384204 h 6897"/>
              <a:gd name="T58" fmla="*/ 1120432 w 5367"/>
              <a:gd name="T59" fmla="*/ 328134 h 6897"/>
              <a:gd name="T60" fmla="*/ 1108004 w 5367"/>
              <a:gd name="T61" fmla="*/ 265711 h 6897"/>
              <a:gd name="T62" fmla="*/ 1085358 w 5367"/>
              <a:gd name="T63" fmla="*/ 207155 h 6897"/>
              <a:gd name="T64" fmla="*/ 1053322 w 5367"/>
              <a:gd name="T65" fmla="*/ 153847 h 6897"/>
              <a:gd name="T66" fmla="*/ 1012725 w 5367"/>
              <a:gd name="T67" fmla="*/ 107168 h 6897"/>
              <a:gd name="T68" fmla="*/ 964671 w 5367"/>
              <a:gd name="T69" fmla="*/ 67395 h 6897"/>
              <a:gd name="T70" fmla="*/ 910541 w 5367"/>
              <a:gd name="T71" fmla="*/ 36183 h 6897"/>
              <a:gd name="T72" fmla="*/ 850335 w 5367"/>
              <a:gd name="T73" fmla="*/ 14087 h 6897"/>
              <a:gd name="T74" fmla="*/ 786263 w 5367"/>
              <a:gd name="T75" fmla="*/ 1933 h 6897"/>
              <a:gd name="T76" fmla="*/ 728819 w 5367"/>
              <a:gd name="T77" fmla="*/ 276 h 6897"/>
              <a:gd name="T78" fmla="*/ 663366 w 5367"/>
              <a:gd name="T79" fmla="*/ 9391 h 6897"/>
              <a:gd name="T80" fmla="*/ 602332 w 5367"/>
              <a:gd name="T81" fmla="*/ 28726 h 6897"/>
              <a:gd name="T82" fmla="*/ 546545 w 5367"/>
              <a:gd name="T83" fmla="*/ 57451 h 6897"/>
              <a:gd name="T84" fmla="*/ 496282 w 5367"/>
              <a:gd name="T85" fmla="*/ 95015 h 6897"/>
              <a:gd name="T86" fmla="*/ 453751 w 5367"/>
              <a:gd name="T87" fmla="*/ 139761 h 6897"/>
              <a:gd name="T88" fmla="*/ 418954 w 5367"/>
              <a:gd name="T89" fmla="*/ 191411 h 6897"/>
              <a:gd name="T90" fmla="*/ 393546 w 5367"/>
              <a:gd name="T91" fmla="*/ 248310 h 6897"/>
              <a:gd name="T92" fmla="*/ 378356 w 5367"/>
              <a:gd name="T93" fmla="*/ 309628 h 6897"/>
              <a:gd name="T94" fmla="*/ 373938 w 5367"/>
              <a:gd name="T95" fmla="*/ 365698 h 6897"/>
              <a:gd name="T96" fmla="*/ 380013 w 5367"/>
              <a:gd name="T97" fmla="*/ 430054 h 6897"/>
              <a:gd name="T98" fmla="*/ 396584 w 5367"/>
              <a:gd name="T99" fmla="*/ 491096 h 6897"/>
              <a:gd name="T100" fmla="*/ 423372 w 5367"/>
              <a:gd name="T101" fmla="*/ 547719 h 6897"/>
              <a:gd name="T102" fmla="*/ 459551 w 5367"/>
              <a:gd name="T103" fmla="*/ 597988 h 6897"/>
              <a:gd name="T104" fmla="*/ 503186 w 5367"/>
              <a:gd name="T105" fmla="*/ 641905 h 6897"/>
              <a:gd name="T106" fmla="*/ 554278 w 5367"/>
              <a:gd name="T107" fmla="*/ 678088 h 6897"/>
              <a:gd name="T108" fmla="*/ 610894 w 5367"/>
              <a:gd name="T109" fmla="*/ 705709 h 6897"/>
              <a:gd name="T110" fmla="*/ 672756 w 5367"/>
              <a:gd name="T111" fmla="*/ 723662 h 6897"/>
              <a:gd name="T112" fmla="*/ 738209 w 5367"/>
              <a:gd name="T113" fmla="*/ 730844 h 6897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5367" h="6897">
                <a:moveTo>
                  <a:pt x="2684" y="3025"/>
                </a:moveTo>
                <a:lnTo>
                  <a:pt x="2684" y="3025"/>
                </a:lnTo>
                <a:lnTo>
                  <a:pt x="2615" y="3026"/>
                </a:lnTo>
                <a:lnTo>
                  <a:pt x="2545" y="3029"/>
                </a:lnTo>
                <a:lnTo>
                  <a:pt x="2478" y="3035"/>
                </a:lnTo>
                <a:lnTo>
                  <a:pt x="2409" y="3043"/>
                </a:lnTo>
                <a:lnTo>
                  <a:pt x="2342" y="3054"/>
                </a:lnTo>
                <a:lnTo>
                  <a:pt x="2275" y="3066"/>
                </a:lnTo>
                <a:lnTo>
                  <a:pt x="2209" y="3081"/>
                </a:lnTo>
                <a:lnTo>
                  <a:pt x="2143" y="3099"/>
                </a:lnTo>
                <a:lnTo>
                  <a:pt x="2077" y="3118"/>
                </a:lnTo>
                <a:lnTo>
                  <a:pt x="2013" y="3140"/>
                </a:lnTo>
                <a:lnTo>
                  <a:pt x="1949" y="3163"/>
                </a:lnTo>
                <a:lnTo>
                  <a:pt x="1886" y="3189"/>
                </a:lnTo>
                <a:lnTo>
                  <a:pt x="1823" y="3217"/>
                </a:lnTo>
                <a:lnTo>
                  <a:pt x="1761" y="3247"/>
                </a:lnTo>
                <a:lnTo>
                  <a:pt x="1700" y="3279"/>
                </a:lnTo>
                <a:lnTo>
                  <a:pt x="1639" y="3313"/>
                </a:lnTo>
                <a:lnTo>
                  <a:pt x="1579" y="3349"/>
                </a:lnTo>
                <a:lnTo>
                  <a:pt x="1521" y="3386"/>
                </a:lnTo>
                <a:lnTo>
                  <a:pt x="1462" y="3426"/>
                </a:lnTo>
                <a:lnTo>
                  <a:pt x="1405" y="3468"/>
                </a:lnTo>
                <a:lnTo>
                  <a:pt x="1348" y="3511"/>
                </a:lnTo>
                <a:lnTo>
                  <a:pt x="1293" y="3556"/>
                </a:lnTo>
                <a:lnTo>
                  <a:pt x="1237" y="3603"/>
                </a:lnTo>
                <a:lnTo>
                  <a:pt x="1183" y="3651"/>
                </a:lnTo>
                <a:lnTo>
                  <a:pt x="1131" y="3702"/>
                </a:lnTo>
                <a:lnTo>
                  <a:pt x="1078" y="3753"/>
                </a:lnTo>
                <a:lnTo>
                  <a:pt x="1027" y="3807"/>
                </a:lnTo>
                <a:lnTo>
                  <a:pt x="976" y="3863"/>
                </a:lnTo>
                <a:lnTo>
                  <a:pt x="927" y="3920"/>
                </a:lnTo>
                <a:lnTo>
                  <a:pt x="880" y="3978"/>
                </a:lnTo>
                <a:lnTo>
                  <a:pt x="833" y="4038"/>
                </a:lnTo>
                <a:lnTo>
                  <a:pt x="786" y="4100"/>
                </a:lnTo>
                <a:lnTo>
                  <a:pt x="741" y="4163"/>
                </a:lnTo>
                <a:lnTo>
                  <a:pt x="698" y="4227"/>
                </a:lnTo>
                <a:lnTo>
                  <a:pt x="655" y="4293"/>
                </a:lnTo>
                <a:lnTo>
                  <a:pt x="613" y="4361"/>
                </a:lnTo>
                <a:lnTo>
                  <a:pt x="573" y="4429"/>
                </a:lnTo>
                <a:lnTo>
                  <a:pt x="533" y="4499"/>
                </a:lnTo>
                <a:lnTo>
                  <a:pt x="495" y="4570"/>
                </a:lnTo>
                <a:lnTo>
                  <a:pt x="458" y="4643"/>
                </a:lnTo>
                <a:lnTo>
                  <a:pt x="423" y="4717"/>
                </a:lnTo>
                <a:lnTo>
                  <a:pt x="388" y="4791"/>
                </a:lnTo>
                <a:lnTo>
                  <a:pt x="356" y="4868"/>
                </a:lnTo>
                <a:lnTo>
                  <a:pt x="324" y="4945"/>
                </a:lnTo>
                <a:lnTo>
                  <a:pt x="294" y="5024"/>
                </a:lnTo>
                <a:lnTo>
                  <a:pt x="265" y="5104"/>
                </a:lnTo>
                <a:lnTo>
                  <a:pt x="238" y="5185"/>
                </a:lnTo>
                <a:lnTo>
                  <a:pt x="211" y="5266"/>
                </a:lnTo>
                <a:lnTo>
                  <a:pt x="186" y="5349"/>
                </a:lnTo>
                <a:lnTo>
                  <a:pt x="163" y="5433"/>
                </a:lnTo>
                <a:lnTo>
                  <a:pt x="141" y="5518"/>
                </a:lnTo>
                <a:lnTo>
                  <a:pt x="121" y="5603"/>
                </a:lnTo>
                <a:lnTo>
                  <a:pt x="102" y="5690"/>
                </a:lnTo>
                <a:lnTo>
                  <a:pt x="85" y="5777"/>
                </a:lnTo>
                <a:lnTo>
                  <a:pt x="69" y="5866"/>
                </a:lnTo>
                <a:lnTo>
                  <a:pt x="54" y="5955"/>
                </a:lnTo>
                <a:lnTo>
                  <a:pt x="42" y="6045"/>
                </a:lnTo>
                <a:lnTo>
                  <a:pt x="31" y="6136"/>
                </a:lnTo>
                <a:lnTo>
                  <a:pt x="22" y="6227"/>
                </a:lnTo>
                <a:lnTo>
                  <a:pt x="14" y="6319"/>
                </a:lnTo>
                <a:lnTo>
                  <a:pt x="8" y="6413"/>
                </a:lnTo>
                <a:lnTo>
                  <a:pt x="4" y="6506"/>
                </a:lnTo>
                <a:lnTo>
                  <a:pt x="1" y="6600"/>
                </a:lnTo>
                <a:lnTo>
                  <a:pt x="0" y="6695"/>
                </a:lnTo>
                <a:lnTo>
                  <a:pt x="1" y="6796"/>
                </a:lnTo>
                <a:lnTo>
                  <a:pt x="5" y="6897"/>
                </a:lnTo>
                <a:lnTo>
                  <a:pt x="5364" y="6897"/>
                </a:lnTo>
                <a:lnTo>
                  <a:pt x="5366" y="6796"/>
                </a:lnTo>
                <a:lnTo>
                  <a:pt x="5367" y="6695"/>
                </a:lnTo>
                <a:lnTo>
                  <a:pt x="5367" y="6600"/>
                </a:lnTo>
                <a:lnTo>
                  <a:pt x="5364" y="6506"/>
                </a:lnTo>
                <a:lnTo>
                  <a:pt x="5359" y="6413"/>
                </a:lnTo>
                <a:lnTo>
                  <a:pt x="5353" y="6319"/>
                </a:lnTo>
                <a:lnTo>
                  <a:pt x="5346" y="6227"/>
                </a:lnTo>
                <a:lnTo>
                  <a:pt x="5337" y="6136"/>
                </a:lnTo>
                <a:lnTo>
                  <a:pt x="5325" y="6045"/>
                </a:lnTo>
                <a:lnTo>
                  <a:pt x="5313" y="5955"/>
                </a:lnTo>
                <a:lnTo>
                  <a:pt x="5298" y="5866"/>
                </a:lnTo>
                <a:lnTo>
                  <a:pt x="5283" y="5777"/>
                </a:lnTo>
                <a:lnTo>
                  <a:pt x="5266" y="5690"/>
                </a:lnTo>
                <a:lnTo>
                  <a:pt x="5247" y="5603"/>
                </a:lnTo>
                <a:lnTo>
                  <a:pt x="5226" y="5518"/>
                </a:lnTo>
                <a:lnTo>
                  <a:pt x="5205" y="5433"/>
                </a:lnTo>
                <a:lnTo>
                  <a:pt x="5181" y="5349"/>
                </a:lnTo>
                <a:lnTo>
                  <a:pt x="5157" y="5266"/>
                </a:lnTo>
                <a:lnTo>
                  <a:pt x="5131" y="5185"/>
                </a:lnTo>
                <a:lnTo>
                  <a:pt x="5103" y="5104"/>
                </a:lnTo>
                <a:lnTo>
                  <a:pt x="5073" y="5024"/>
                </a:lnTo>
                <a:lnTo>
                  <a:pt x="5043" y="4945"/>
                </a:lnTo>
                <a:lnTo>
                  <a:pt x="5012" y="4868"/>
                </a:lnTo>
                <a:lnTo>
                  <a:pt x="4979" y="4791"/>
                </a:lnTo>
                <a:lnTo>
                  <a:pt x="4945" y="4717"/>
                </a:lnTo>
                <a:lnTo>
                  <a:pt x="4909" y="4643"/>
                </a:lnTo>
                <a:lnTo>
                  <a:pt x="4872" y="4570"/>
                </a:lnTo>
                <a:lnTo>
                  <a:pt x="4834" y="4499"/>
                </a:lnTo>
                <a:lnTo>
                  <a:pt x="4796" y="4429"/>
                </a:lnTo>
                <a:lnTo>
                  <a:pt x="4755" y="4361"/>
                </a:lnTo>
                <a:lnTo>
                  <a:pt x="4713" y="4293"/>
                </a:lnTo>
                <a:lnTo>
                  <a:pt x="4671" y="4227"/>
                </a:lnTo>
                <a:lnTo>
                  <a:pt x="4627" y="4163"/>
                </a:lnTo>
                <a:lnTo>
                  <a:pt x="4582" y="4100"/>
                </a:lnTo>
                <a:lnTo>
                  <a:pt x="4536" y="4038"/>
                </a:lnTo>
                <a:lnTo>
                  <a:pt x="4489" y="3978"/>
                </a:lnTo>
                <a:lnTo>
                  <a:pt x="4440" y="3920"/>
                </a:lnTo>
                <a:lnTo>
                  <a:pt x="4391" y="3863"/>
                </a:lnTo>
                <a:lnTo>
                  <a:pt x="4340" y="3807"/>
                </a:lnTo>
                <a:lnTo>
                  <a:pt x="4290" y="3753"/>
                </a:lnTo>
                <a:lnTo>
                  <a:pt x="4238" y="3702"/>
                </a:lnTo>
                <a:lnTo>
                  <a:pt x="4184" y="3651"/>
                </a:lnTo>
                <a:lnTo>
                  <a:pt x="4130" y="3603"/>
                </a:lnTo>
                <a:lnTo>
                  <a:pt x="4076" y="3556"/>
                </a:lnTo>
                <a:lnTo>
                  <a:pt x="4020" y="3511"/>
                </a:lnTo>
                <a:lnTo>
                  <a:pt x="3963" y="3468"/>
                </a:lnTo>
                <a:lnTo>
                  <a:pt x="3906" y="3426"/>
                </a:lnTo>
                <a:lnTo>
                  <a:pt x="3848" y="3386"/>
                </a:lnTo>
                <a:lnTo>
                  <a:pt x="3788" y="3349"/>
                </a:lnTo>
                <a:lnTo>
                  <a:pt x="3728" y="3313"/>
                </a:lnTo>
                <a:lnTo>
                  <a:pt x="3668" y="3279"/>
                </a:lnTo>
                <a:lnTo>
                  <a:pt x="3607" y="3247"/>
                </a:lnTo>
                <a:lnTo>
                  <a:pt x="3545" y="3217"/>
                </a:lnTo>
                <a:lnTo>
                  <a:pt x="3482" y="3189"/>
                </a:lnTo>
                <a:lnTo>
                  <a:pt x="3419" y="3163"/>
                </a:lnTo>
                <a:lnTo>
                  <a:pt x="3355" y="3140"/>
                </a:lnTo>
                <a:lnTo>
                  <a:pt x="3290" y="3118"/>
                </a:lnTo>
                <a:lnTo>
                  <a:pt x="3225" y="3099"/>
                </a:lnTo>
                <a:lnTo>
                  <a:pt x="3159" y="3081"/>
                </a:lnTo>
                <a:lnTo>
                  <a:pt x="3093" y="3066"/>
                </a:lnTo>
                <a:lnTo>
                  <a:pt x="3025" y="3054"/>
                </a:lnTo>
                <a:lnTo>
                  <a:pt x="2958" y="3043"/>
                </a:lnTo>
                <a:lnTo>
                  <a:pt x="2891" y="3035"/>
                </a:lnTo>
                <a:lnTo>
                  <a:pt x="2822" y="3029"/>
                </a:lnTo>
                <a:lnTo>
                  <a:pt x="2753" y="3026"/>
                </a:lnTo>
                <a:lnTo>
                  <a:pt x="2684" y="3025"/>
                </a:lnTo>
                <a:close/>
                <a:moveTo>
                  <a:pt x="2708" y="2647"/>
                </a:moveTo>
                <a:lnTo>
                  <a:pt x="2708" y="2647"/>
                </a:lnTo>
                <a:lnTo>
                  <a:pt x="2743" y="2646"/>
                </a:lnTo>
                <a:lnTo>
                  <a:pt x="2778" y="2645"/>
                </a:lnTo>
                <a:lnTo>
                  <a:pt x="2813" y="2643"/>
                </a:lnTo>
                <a:lnTo>
                  <a:pt x="2847" y="2640"/>
                </a:lnTo>
                <a:lnTo>
                  <a:pt x="2882" y="2636"/>
                </a:lnTo>
                <a:lnTo>
                  <a:pt x="2915" y="2631"/>
                </a:lnTo>
                <a:lnTo>
                  <a:pt x="2949" y="2626"/>
                </a:lnTo>
                <a:lnTo>
                  <a:pt x="2982" y="2620"/>
                </a:lnTo>
                <a:lnTo>
                  <a:pt x="3014" y="2613"/>
                </a:lnTo>
                <a:lnTo>
                  <a:pt x="3047" y="2605"/>
                </a:lnTo>
                <a:lnTo>
                  <a:pt x="3079" y="2596"/>
                </a:lnTo>
                <a:lnTo>
                  <a:pt x="3112" y="2587"/>
                </a:lnTo>
                <a:lnTo>
                  <a:pt x="3144" y="2577"/>
                </a:lnTo>
                <a:lnTo>
                  <a:pt x="3175" y="2566"/>
                </a:lnTo>
                <a:lnTo>
                  <a:pt x="3205" y="2555"/>
                </a:lnTo>
                <a:lnTo>
                  <a:pt x="3236" y="2542"/>
                </a:lnTo>
                <a:lnTo>
                  <a:pt x="3266" y="2530"/>
                </a:lnTo>
                <a:lnTo>
                  <a:pt x="3297" y="2517"/>
                </a:lnTo>
                <a:lnTo>
                  <a:pt x="3326" y="2502"/>
                </a:lnTo>
                <a:lnTo>
                  <a:pt x="3355" y="2487"/>
                </a:lnTo>
                <a:lnTo>
                  <a:pt x="3383" y="2472"/>
                </a:lnTo>
                <a:lnTo>
                  <a:pt x="3411" y="2455"/>
                </a:lnTo>
                <a:lnTo>
                  <a:pt x="3439" y="2438"/>
                </a:lnTo>
                <a:lnTo>
                  <a:pt x="3466" y="2421"/>
                </a:lnTo>
                <a:lnTo>
                  <a:pt x="3493" y="2403"/>
                </a:lnTo>
                <a:lnTo>
                  <a:pt x="3519" y="2384"/>
                </a:lnTo>
                <a:lnTo>
                  <a:pt x="3545" y="2365"/>
                </a:lnTo>
                <a:lnTo>
                  <a:pt x="3571" y="2345"/>
                </a:lnTo>
                <a:lnTo>
                  <a:pt x="3596" y="2324"/>
                </a:lnTo>
                <a:lnTo>
                  <a:pt x="3619" y="2303"/>
                </a:lnTo>
                <a:lnTo>
                  <a:pt x="3643" y="2282"/>
                </a:lnTo>
                <a:lnTo>
                  <a:pt x="3667" y="2259"/>
                </a:lnTo>
                <a:lnTo>
                  <a:pt x="3689" y="2237"/>
                </a:lnTo>
                <a:lnTo>
                  <a:pt x="3711" y="2213"/>
                </a:lnTo>
                <a:lnTo>
                  <a:pt x="3733" y="2189"/>
                </a:lnTo>
                <a:lnTo>
                  <a:pt x="3754" y="2165"/>
                </a:lnTo>
                <a:lnTo>
                  <a:pt x="3774" y="2140"/>
                </a:lnTo>
                <a:lnTo>
                  <a:pt x="3795" y="2115"/>
                </a:lnTo>
                <a:lnTo>
                  <a:pt x="3814" y="2089"/>
                </a:lnTo>
                <a:lnTo>
                  <a:pt x="3832" y="2063"/>
                </a:lnTo>
                <a:lnTo>
                  <a:pt x="3850" y="2036"/>
                </a:lnTo>
                <a:lnTo>
                  <a:pt x="3868" y="2010"/>
                </a:lnTo>
                <a:lnTo>
                  <a:pt x="3884" y="1983"/>
                </a:lnTo>
                <a:lnTo>
                  <a:pt x="3900" y="1954"/>
                </a:lnTo>
                <a:lnTo>
                  <a:pt x="3915" y="1925"/>
                </a:lnTo>
                <a:lnTo>
                  <a:pt x="3930" y="1897"/>
                </a:lnTo>
                <a:lnTo>
                  <a:pt x="3944" y="1868"/>
                </a:lnTo>
                <a:lnTo>
                  <a:pt x="3957" y="1839"/>
                </a:lnTo>
                <a:lnTo>
                  <a:pt x="3970" y="1808"/>
                </a:lnTo>
                <a:lnTo>
                  <a:pt x="3981" y="1778"/>
                </a:lnTo>
                <a:lnTo>
                  <a:pt x="3993" y="1748"/>
                </a:lnTo>
                <a:lnTo>
                  <a:pt x="4003" y="1717"/>
                </a:lnTo>
                <a:lnTo>
                  <a:pt x="4012" y="1686"/>
                </a:lnTo>
                <a:lnTo>
                  <a:pt x="4021" y="1654"/>
                </a:lnTo>
                <a:lnTo>
                  <a:pt x="4029" y="1622"/>
                </a:lnTo>
                <a:lnTo>
                  <a:pt x="4036" y="1590"/>
                </a:lnTo>
                <a:lnTo>
                  <a:pt x="4042" y="1557"/>
                </a:lnTo>
                <a:lnTo>
                  <a:pt x="4048" y="1525"/>
                </a:lnTo>
                <a:lnTo>
                  <a:pt x="4052" y="1492"/>
                </a:lnTo>
                <a:lnTo>
                  <a:pt x="4057" y="1459"/>
                </a:lnTo>
                <a:lnTo>
                  <a:pt x="4060" y="1425"/>
                </a:lnTo>
                <a:lnTo>
                  <a:pt x="4062" y="1391"/>
                </a:lnTo>
                <a:lnTo>
                  <a:pt x="4063" y="1357"/>
                </a:lnTo>
                <a:lnTo>
                  <a:pt x="4063" y="1324"/>
                </a:lnTo>
                <a:lnTo>
                  <a:pt x="4063" y="1289"/>
                </a:lnTo>
                <a:lnTo>
                  <a:pt x="4062" y="1255"/>
                </a:lnTo>
                <a:lnTo>
                  <a:pt x="4060" y="1221"/>
                </a:lnTo>
                <a:lnTo>
                  <a:pt x="4057" y="1188"/>
                </a:lnTo>
                <a:lnTo>
                  <a:pt x="4052" y="1155"/>
                </a:lnTo>
                <a:lnTo>
                  <a:pt x="4048" y="1121"/>
                </a:lnTo>
                <a:lnTo>
                  <a:pt x="4042" y="1089"/>
                </a:lnTo>
                <a:lnTo>
                  <a:pt x="4036" y="1057"/>
                </a:lnTo>
                <a:lnTo>
                  <a:pt x="4029" y="1025"/>
                </a:lnTo>
                <a:lnTo>
                  <a:pt x="4021" y="993"/>
                </a:lnTo>
                <a:lnTo>
                  <a:pt x="4012" y="962"/>
                </a:lnTo>
                <a:lnTo>
                  <a:pt x="4003" y="930"/>
                </a:lnTo>
                <a:lnTo>
                  <a:pt x="3993" y="899"/>
                </a:lnTo>
                <a:lnTo>
                  <a:pt x="3981" y="868"/>
                </a:lnTo>
                <a:lnTo>
                  <a:pt x="3970" y="838"/>
                </a:lnTo>
                <a:lnTo>
                  <a:pt x="3957" y="809"/>
                </a:lnTo>
                <a:lnTo>
                  <a:pt x="3944" y="778"/>
                </a:lnTo>
                <a:lnTo>
                  <a:pt x="3930" y="750"/>
                </a:lnTo>
                <a:lnTo>
                  <a:pt x="3915" y="721"/>
                </a:lnTo>
                <a:lnTo>
                  <a:pt x="3900" y="693"/>
                </a:lnTo>
                <a:lnTo>
                  <a:pt x="3884" y="665"/>
                </a:lnTo>
                <a:lnTo>
                  <a:pt x="3868" y="638"/>
                </a:lnTo>
                <a:lnTo>
                  <a:pt x="3850" y="610"/>
                </a:lnTo>
                <a:lnTo>
                  <a:pt x="3832" y="584"/>
                </a:lnTo>
                <a:lnTo>
                  <a:pt x="3814" y="557"/>
                </a:lnTo>
                <a:lnTo>
                  <a:pt x="3795" y="532"/>
                </a:lnTo>
                <a:lnTo>
                  <a:pt x="3774" y="506"/>
                </a:lnTo>
                <a:lnTo>
                  <a:pt x="3754" y="481"/>
                </a:lnTo>
                <a:lnTo>
                  <a:pt x="3733" y="458"/>
                </a:lnTo>
                <a:lnTo>
                  <a:pt x="3711" y="433"/>
                </a:lnTo>
                <a:lnTo>
                  <a:pt x="3689" y="411"/>
                </a:lnTo>
                <a:lnTo>
                  <a:pt x="3667" y="388"/>
                </a:lnTo>
                <a:lnTo>
                  <a:pt x="3643" y="366"/>
                </a:lnTo>
                <a:lnTo>
                  <a:pt x="3619" y="344"/>
                </a:lnTo>
                <a:lnTo>
                  <a:pt x="3596" y="323"/>
                </a:lnTo>
                <a:lnTo>
                  <a:pt x="3571" y="303"/>
                </a:lnTo>
                <a:lnTo>
                  <a:pt x="3545" y="282"/>
                </a:lnTo>
                <a:lnTo>
                  <a:pt x="3519" y="263"/>
                </a:lnTo>
                <a:lnTo>
                  <a:pt x="3493" y="244"/>
                </a:lnTo>
                <a:lnTo>
                  <a:pt x="3466" y="226"/>
                </a:lnTo>
                <a:lnTo>
                  <a:pt x="3439" y="208"/>
                </a:lnTo>
                <a:lnTo>
                  <a:pt x="3411" y="191"/>
                </a:lnTo>
                <a:lnTo>
                  <a:pt x="3383" y="176"/>
                </a:lnTo>
                <a:lnTo>
                  <a:pt x="3355" y="160"/>
                </a:lnTo>
                <a:lnTo>
                  <a:pt x="3326" y="145"/>
                </a:lnTo>
                <a:lnTo>
                  <a:pt x="3297" y="131"/>
                </a:lnTo>
                <a:lnTo>
                  <a:pt x="3266" y="117"/>
                </a:lnTo>
                <a:lnTo>
                  <a:pt x="3236" y="104"/>
                </a:lnTo>
                <a:lnTo>
                  <a:pt x="3205" y="92"/>
                </a:lnTo>
                <a:lnTo>
                  <a:pt x="3175" y="80"/>
                </a:lnTo>
                <a:lnTo>
                  <a:pt x="3144" y="70"/>
                </a:lnTo>
                <a:lnTo>
                  <a:pt x="3112" y="60"/>
                </a:lnTo>
                <a:lnTo>
                  <a:pt x="3079" y="51"/>
                </a:lnTo>
                <a:lnTo>
                  <a:pt x="3047" y="42"/>
                </a:lnTo>
                <a:lnTo>
                  <a:pt x="3014" y="34"/>
                </a:lnTo>
                <a:lnTo>
                  <a:pt x="2982" y="27"/>
                </a:lnTo>
                <a:lnTo>
                  <a:pt x="2949" y="20"/>
                </a:lnTo>
                <a:lnTo>
                  <a:pt x="2915" y="15"/>
                </a:lnTo>
                <a:lnTo>
                  <a:pt x="2882" y="10"/>
                </a:lnTo>
                <a:lnTo>
                  <a:pt x="2847" y="7"/>
                </a:lnTo>
                <a:lnTo>
                  <a:pt x="2813" y="4"/>
                </a:lnTo>
                <a:lnTo>
                  <a:pt x="2778" y="1"/>
                </a:lnTo>
                <a:lnTo>
                  <a:pt x="2743" y="0"/>
                </a:lnTo>
                <a:lnTo>
                  <a:pt x="2708" y="0"/>
                </a:lnTo>
                <a:lnTo>
                  <a:pt x="2673" y="0"/>
                </a:lnTo>
                <a:lnTo>
                  <a:pt x="2639" y="1"/>
                </a:lnTo>
                <a:lnTo>
                  <a:pt x="2605" y="4"/>
                </a:lnTo>
                <a:lnTo>
                  <a:pt x="2570" y="7"/>
                </a:lnTo>
                <a:lnTo>
                  <a:pt x="2536" y="10"/>
                </a:lnTo>
                <a:lnTo>
                  <a:pt x="2503" y="15"/>
                </a:lnTo>
                <a:lnTo>
                  <a:pt x="2469" y="20"/>
                </a:lnTo>
                <a:lnTo>
                  <a:pt x="2436" y="27"/>
                </a:lnTo>
                <a:lnTo>
                  <a:pt x="2402" y="34"/>
                </a:lnTo>
                <a:lnTo>
                  <a:pt x="2370" y="42"/>
                </a:lnTo>
                <a:lnTo>
                  <a:pt x="2338" y="51"/>
                </a:lnTo>
                <a:lnTo>
                  <a:pt x="2306" y="60"/>
                </a:lnTo>
                <a:lnTo>
                  <a:pt x="2274" y="70"/>
                </a:lnTo>
                <a:lnTo>
                  <a:pt x="2243" y="80"/>
                </a:lnTo>
                <a:lnTo>
                  <a:pt x="2212" y="92"/>
                </a:lnTo>
                <a:lnTo>
                  <a:pt x="2181" y="104"/>
                </a:lnTo>
                <a:lnTo>
                  <a:pt x="2152" y="117"/>
                </a:lnTo>
                <a:lnTo>
                  <a:pt x="2121" y="131"/>
                </a:lnTo>
                <a:lnTo>
                  <a:pt x="2092" y="145"/>
                </a:lnTo>
                <a:lnTo>
                  <a:pt x="2063" y="160"/>
                </a:lnTo>
                <a:lnTo>
                  <a:pt x="2035" y="176"/>
                </a:lnTo>
                <a:lnTo>
                  <a:pt x="2007" y="191"/>
                </a:lnTo>
                <a:lnTo>
                  <a:pt x="1979" y="208"/>
                </a:lnTo>
                <a:lnTo>
                  <a:pt x="1952" y="226"/>
                </a:lnTo>
                <a:lnTo>
                  <a:pt x="1925" y="244"/>
                </a:lnTo>
                <a:lnTo>
                  <a:pt x="1899" y="263"/>
                </a:lnTo>
                <a:lnTo>
                  <a:pt x="1873" y="282"/>
                </a:lnTo>
                <a:lnTo>
                  <a:pt x="1847" y="303"/>
                </a:lnTo>
                <a:lnTo>
                  <a:pt x="1822" y="323"/>
                </a:lnTo>
                <a:lnTo>
                  <a:pt x="1797" y="344"/>
                </a:lnTo>
                <a:lnTo>
                  <a:pt x="1774" y="366"/>
                </a:lnTo>
                <a:lnTo>
                  <a:pt x="1751" y="388"/>
                </a:lnTo>
                <a:lnTo>
                  <a:pt x="1728" y="411"/>
                </a:lnTo>
                <a:lnTo>
                  <a:pt x="1706" y="433"/>
                </a:lnTo>
                <a:lnTo>
                  <a:pt x="1685" y="458"/>
                </a:lnTo>
                <a:lnTo>
                  <a:pt x="1664" y="481"/>
                </a:lnTo>
                <a:lnTo>
                  <a:pt x="1643" y="506"/>
                </a:lnTo>
                <a:lnTo>
                  <a:pt x="1623" y="532"/>
                </a:lnTo>
                <a:lnTo>
                  <a:pt x="1604" y="557"/>
                </a:lnTo>
                <a:lnTo>
                  <a:pt x="1586" y="584"/>
                </a:lnTo>
                <a:lnTo>
                  <a:pt x="1568" y="610"/>
                </a:lnTo>
                <a:lnTo>
                  <a:pt x="1550" y="638"/>
                </a:lnTo>
                <a:lnTo>
                  <a:pt x="1533" y="665"/>
                </a:lnTo>
                <a:lnTo>
                  <a:pt x="1517" y="693"/>
                </a:lnTo>
                <a:lnTo>
                  <a:pt x="1503" y="721"/>
                </a:lnTo>
                <a:lnTo>
                  <a:pt x="1488" y="750"/>
                </a:lnTo>
                <a:lnTo>
                  <a:pt x="1474" y="778"/>
                </a:lnTo>
                <a:lnTo>
                  <a:pt x="1461" y="809"/>
                </a:lnTo>
                <a:lnTo>
                  <a:pt x="1448" y="838"/>
                </a:lnTo>
                <a:lnTo>
                  <a:pt x="1436" y="868"/>
                </a:lnTo>
                <a:lnTo>
                  <a:pt x="1425" y="899"/>
                </a:lnTo>
                <a:lnTo>
                  <a:pt x="1415" y="930"/>
                </a:lnTo>
                <a:lnTo>
                  <a:pt x="1406" y="962"/>
                </a:lnTo>
                <a:lnTo>
                  <a:pt x="1397" y="993"/>
                </a:lnTo>
                <a:lnTo>
                  <a:pt x="1389" y="1025"/>
                </a:lnTo>
                <a:lnTo>
                  <a:pt x="1381" y="1057"/>
                </a:lnTo>
                <a:lnTo>
                  <a:pt x="1376" y="1089"/>
                </a:lnTo>
                <a:lnTo>
                  <a:pt x="1370" y="1121"/>
                </a:lnTo>
                <a:lnTo>
                  <a:pt x="1366" y="1155"/>
                </a:lnTo>
                <a:lnTo>
                  <a:pt x="1361" y="1188"/>
                </a:lnTo>
                <a:lnTo>
                  <a:pt x="1358" y="1221"/>
                </a:lnTo>
                <a:lnTo>
                  <a:pt x="1355" y="1255"/>
                </a:lnTo>
                <a:lnTo>
                  <a:pt x="1354" y="1289"/>
                </a:lnTo>
                <a:lnTo>
                  <a:pt x="1354" y="1324"/>
                </a:lnTo>
                <a:lnTo>
                  <a:pt x="1354" y="1357"/>
                </a:lnTo>
                <a:lnTo>
                  <a:pt x="1355" y="1391"/>
                </a:lnTo>
                <a:lnTo>
                  <a:pt x="1358" y="1425"/>
                </a:lnTo>
                <a:lnTo>
                  <a:pt x="1361" y="1459"/>
                </a:lnTo>
                <a:lnTo>
                  <a:pt x="1366" y="1492"/>
                </a:lnTo>
                <a:lnTo>
                  <a:pt x="1370" y="1525"/>
                </a:lnTo>
                <a:lnTo>
                  <a:pt x="1376" y="1557"/>
                </a:lnTo>
                <a:lnTo>
                  <a:pt x="1381" y="1590"/>
                </a:lnTo>
                <a:lnTo>
                  <a:pt x="1389" y="1622"/>
                </a:lnTo>
                <a:lnTo>
                  <a:pt x="1397" y="1654"/>
                </a:lnTo>
                <a:lnTo>
                  <a:pt x="1406" y="1686"/>
                </a:lnTo>
                <a:lnTo>
                  <a:pt x="1415" y="1717"/>
                </a:lnTo>
                <a:lnTo>
                  <a:pt x="1425" y="1748"/>
                </a:lnTo>
                <a:lnTo>
                  <a:pt x="1436" y="1778"/>
                </a:lnTo>
                <a:lnTo>
                  <a:pt x="1448" y="1808"/>
                </a:lnTo>
                <a:lnTo>
                  <a:pt x="1461" y="1839"/>
                </a:lnTo>
                <a:lnTo>
                  <a:pt x="1474" y="1868"/>
                </a:lnTo>
                <a:lnTo>
                  <a:pt x="1488" y="1897"/>
                </a:lnTo>
                <a:lnTo>
                  <a:pt x="1503" y="1925"/>
                </a:lnTo>
                <a:lnTo>
                  <a:pt x="1517" y="1954"/>
                </a:lnTo>
                <a:lnTo>
                  <a:pt x="1533" y="1983"/>
                </a:lnTo>
                <a:lnTo>
                  <a:pt x="1550" y="2010"/>
                </a:lnTo>
                <a:lnTo>
                  <a:pt x="1568" y="2036"/>
                </a:lnTo>
                <a:lnTo>
                  <a:pt x="1586" y="2063"/>
                </a:lnTo>
                <a:lnTo>
                  <a:pt x="1604" y="2089"/>
                </a:lnTo>
                <a:lnTo>
                  <a:pt x="1623" y="2115"/>
                </a:lnTo>
                <a:lnTo>
                  <a:pt x="1643" y="2140"/>
                </a:lnTo>
                <a:lnTo>
                  <a:pt x="1664" y="2165"/>
                </a:lnTo>
                <a:lnTo>
                  <a:pt x="1685" y="2189"/>
                </a:lnTo>
                <a:lnTo>
                  <a:pt x="1706" y="2213"/>
                </a:lnTo>
                <a:lnTo>
                  <a:pt x="1728" y="2237"/>
                </a:lnTo>
                <a:lnTo>
                  <a:pt x="1751" y="2259"/>
                </a:lnTo>
                <a:lnTo>
                  <a:pt x="1774" y="2282"/>
                </a:lnTo>
                <a:lnTo>
                  <a:pt x="1797" y="2303"/>
                </a:lnTo>
                <a:lnTo>
                  <a:pt x="1822" y="2324"/>
                </a:lnTo>
                <a:lnTo>
                  <a:pt x="1847" y="2345"/>
                </a:lnTo>
                <a:lnTo>
                  <a:pt x="1873" y="2365"/>
                </a:lnTo>
                <a:lnTo>
                  <a:pt x="1899" y="2384"/>
                </a:lnTo>
                <a:lnTo>
                  <a:pt x="1925" y="2403"/>
                </a:lnTo>
                <a:lnTo>
                  <a:pt x="1952" y="2421"/>
                </a:lnTo>
                <a:lnTo>
                  <a:pt x="1979" y="2438"/>
                </a:lnTo>
                <a:lnTo>
                  <a:pt x="2007" y="2455"/>
                </a:lnTo>
                <a:lnTo>
                  <a:pt x="2035" y="2472"/>
                </a:lnTo>
                <a:lnTo>
                  <a:pt x="2063" y="2487"/>
                </a:lnTo>
                <a:lnTo>
                  <a:pt x="2092" y="2502"/>
                </a:lnTo>
                <a:lnTo>
                  <a:pt x="2121" y="2517"/>
                </a:lnTo>
                <a:lnTo>
                  <a:pt x="2152" y="2530"/>
                </a:lnTo>
                <a:lnTo>
                  <a:pt x="2181" y="2542"/>
                </a:lnTo>
                <a:lnTo>
                  <a:pt x="2212" y="2555"/>
                </a:lnTo>
                <a:lnTo>
                  <a:pt x="2243" y="2566"/>
                </a:lnTo>
                <a:lnTo>
                  <a:pt x="2274" y="2577"/>
                </a:lnTo>
                <a:lnTo>
                  <a:pt x="2306" y="2587"/>
                </a:lnTo>
                <a:lnTo>
                  <a:pt x="2338" y="2596"/>
                </a:lnTo>
                <a:lnTo>
                  <a:pt x="2370" y="2605"/>
                </a:lnTo>
                <a:lnTo>
                  <a:pt x="2402" y="2613"/>
                </a:lnTo>
                <a:lnTo>
                  <a:pt x="2436" y="2620"/>
                </a:lnTo>
                <a:lnTo>
                  <a:pt x="2469" y="2626"/>
                </a:lnTo>
                <a:lnTo>
                  <a:pt x="2503" y="2631"/>
                </a:lnTo>
                <a:lnTo>
                  <a:pt x="2536" y="2636"/>
                </a:lnTo>
                <a:lnTo>
                  <a:pt x="2570" y="2640"/>
                </a:lnTo>
                <a:lnTo>
                  <a:pt x="2605" y="2643"/>
                </a:lnTo>
                <a:lnTo>
                  <a:pt x="2639" y="2645"/>
                </a:lnTo>
                <a:lnTo>
                  <a:pt x="2673" y="2646"/>
                </a:lnTo>
                <a:lnTo>
                  <a:pt x="2708" y="26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60148" y="486187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姓名：许皓宸</a:t>
            </a:r>
          </a:p>
        </p:txBody>
      </p:sp>
      <p:sp>
        <p:nvSpPr>
          <p:cNvPr id="12" name="椭圆 11"/>
          <p:cNvSpPr/>
          <p:nvPr/>
        </p:nvSpPr>
        <p:spPr>
          <a:xfrm>
            <a:off x="6179458" y="4892657"/>
            <a:ext cx="307777" cy="3077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KSO_Shape"/>
          <p:cNvSpPr/>
          <p:nvPr/>
        </p:nvSpPr>
        <p:spPr bwMode="auto">
          <a:xfrm>
            <a:off x="6240874" y="4935201"/>
            <a:ext cx="234822" cy="222688"/>
          </a:xfrm>
          <a:custGeom>
            <a:avLst/>
            <a:gdLst/>
            <a:ahLst/>
            <a:cxnLst/>
            <a:rect l="0" t="0" r="r" b="b"/>
            <a:pathLst>
              <a:path w="1917701" h="1819275">
                <a:moveTo>
                  <a:pt x="711992" y="795933"/>
                </a:moveTo>
                <a:lnTo>
                  <a:pt x="722042" y="796197"/>
                </a:lnTo>
                <a:lnTo>
                  <a:pt x="731828" y="796462"/>
                </a:lnTo>
                <a:lnTo>
                  <a:pt x="742143" y="796991"/>
                </a:lnTo>
                <a:lnTo>
                  <a:pt x="751929" y="797784"/>
                </a:lnTo>
                <a:lnTo>
                  <a:pt x="761979" y="798577"/>
                </a:lnTo>
                <a:lnTo>
                  <a:pt x="771765" y="799635"/>
                </a:lnTo>
                <a:lnTo>
                  <a:pt x="781551" y="800957"/>
                </a:lnTo>
                <a:lnTo>
                  <a:pt x="791337" y="802544"/>
                </a:lnTo>
                <a:lnTo>
                  <a:pt x="800858" y="804130"/>
                </a:lnTo>
                <a:lnTo>
                  <a:pt x="810644" y="805981"/>
                </a:lnTo>
                <a:lnTo>
                  <a:pt x="820166" y="807832"/>
                </a:lnTo>
                <a:lnTo>
                  <a:pt x="829687" y="810212"/>
                </a:lnTo>
                <a:lnTo>
                  <a:pt x="839473" y="812592"/>
                </a:lnTo>
                <a:lnTo>
                  <a:pt x="848994" y="814972"/>
                </a:lnTo>
                <a:lnTo>
                  <a:pt x="858252" y="817616"/>
                </a:lnTo>
                <a:lnTo>
                  <a:pt x="867773" y="820525"/>
                </a:lnTo>
                <a:lnTo>
                  <a:pt x="886551" y="826871"/>
                </a:lnTo>
                <a:lnTo>
                  <a:pt x="905065" y="833746"/>
                </a:lnTo>
                <a:lnTo>
                  <a:pt x="923315" y="841415"/>
                </a:lnTo>
                <a:lnTo>
                  <a:pt x="941300" y="849612"/>
                </a:lnTo>
                <a:lnTo>
                  <a:pt x="959284" y="858603"/>
                </a:lnTo>
                <a:lnTo>
                  <a:pt x="976740" y="868122"/>
                </a:lnTo>
                <a:lnTo>
                  <a:pt x="993932" y="878170"/>
                </a:lnTo>
                <a:lnTo>
                  <a:pt x="1011123" y="889012"/>
                </a:lnTo>
                <a:lnTo>
                  <a:pt x="1003189" y="891392"/>
                </a:lnTo>
                <a:lnTo>
                  <a:pt x="995254" y="893772"/>
                </a:lnTo>
                <a:lnTo>
                  <a:pt x="987055" y="896416"/>
                </a:lnTo>
                <a:lnTo>
                  <a:pt x="979121" y="899325"/>
                </a:lnTo>
                <a:lnTo>
                  <a:pt x="971186" y="902762"/>
                </a:lnTo>
                <a:lnTo>
                  <a:pt x="962987" y="905936"/>
                </a:lnTo>
                <a:lnTo>
                  <a:pt x="955053" y="909638"/>
                </a:lnTo>
                <a:lnTo>
                  <a:pt x="947383" y="913604"/>
                </a:lnTo>
                <a:lnTo>
                  <a:pt x="939448" y="917835"/>
                </a:lnTo>
                <a:lnTo>
                  <a:pt x="932043" y="922066"/>
                </a:lnTo>
                <a:lnTo>
                  <a:pt x="924637" y="926826"/>
                </a:lnTo>
                <a:lnTo>
                  <a:pt x="917231" y="931850"/>
                </a:lnTo>
                <a:lnTo>
                  <a:pt x="910090" y="936874"/>
                </a:lnTo>
                <a:lnTo>
                  <a:pt x="902949" y="942427"/>
                </a:lnTo>
                <a:lnTo>
                  <a:pt x="896073" y="948509"/>
                </a:lnTo>
                <a:lnTo>
                  <a:pt x="889461" y="954326"/>
                </a:lnTo>
                <a:lnTo>
                  <a:pt x="883113" y="960937"/>
                </a:lnTo>
                <a:lnTo>
                  <a:pt x="877030" y="967812"/>
                </a:lnTo>
                <a:lnTo>
                  <a:pt x="871211" y="974952"/>
                </a:lnTo>
                <a:lnTo>
                  <a:pt x="865393" y="982356"/>
                </a:lnTo>
                <a:lnTo>
                  <a:pt x="859838" y="990024"/>
                </a:lnTo>
                <a:lnTo>
                  <a:pt x="854813" y="998486"/>
                </a:lnTo>
                <a:lnTo>
                  <a:pt x="850052" y="1006683"/>
                </a:lnTo>
                <a:lnTo>
                  <a:pt x="845556" y="1015674"/>
                </a:lnTo>
                <a:lnTo>
                  <a:pt x="841324" y="1025193"/>
                </a:lnTo>
                <a:lnTo>
                  <a:pt x="837886" y="1034713"/>
                </a:lnTo>
                <a:lnTo>
                  <a:pt x="834183" y="1044761"/>
                </a:lnTo>
                <a:lnTo>
                  <a:pt x="831274" y="1055074"/>
                </a:lnTo>
                <a:lnTo>
                  <a:pt x="828629" y="1066180"/>
                </a:lnTo>
                <a:lnTo>
                  <a:pt x="826249" y="1077550"/>
                </a:lnTo>
                <a:lnTo>
                  <a:pt x="824398" y="1089185"/>
                </a:lnTo>
                <a:lnTo>
                  <a:pt x="823340" y="1101349"/>
                </a:lnTo>
                <a:lnTo>
                  <a:pt x="822017" y="1115893"/>
                </a:lnTo>
                <a:lnTo>
                  <a:pt x="821488" y="1129907"/>
                </a:lnTo>
                <a:lnTo>
                  <a:pt x="821488" y="1143129"/>
                </a:lnTo>
                <a:lnTo>
                  <a:pt x="821753" y="1156086"/>
                </a:lnTo>
                <a:lnTo>
                  <a:pt x="822546" y="1168514"/>
                </a:lnTo>
                <a:lnTo>
                  <a:pt x="824133" y="1180413"/>
                </a:lnTo>
                <a:lnTo>
                  <a:pt x="825984" y="1192048"/>
                </a:lnTo>
                <a:lnTo>
                  <a:pt x="828100" y="1203154"/>
                </a:lnTo>
                <a:lnTo>
                  <a:pt x="830745" y="1213731"/>
                </a:lnTo>
                <a:lnTo>
                  <a:pt x="833654" y="1224044"/>
                </a:lnTo>
                <a:lnTo>
                  <a:pt x="836828" y="1233828"/>
                </a:lnTo>
                <a:lnTo>
                  <a:pt x="840531" y="1243348"/>
                </a:lnTo>
                <a:lnTo>
                  <a:pt x="844763" y="1252338"/>
                </a:lnTo>
                <a:lnTo>
                  <a:pt x="848994" y="1260800"/>
                </a:lnTo>
                <a:lnTo>
                  <a:pt x="853491" y="1269262"/>
                </a:lnTo>
                <a:lnTo>
                  <a:pt x="858516" y="1276930"/>
                </a:lnTo>
                <a:lnTo>
                  <a:pt x="863806" y="1284334"/>
                </a:lnTo>
                <a:lnTo>
                  <a:pt x="869360" y="1291474"/>
                </a:lnTo>
                <a:lnTo>
                  <a:pt x="874914" y="1298349"/>
                </a:lnTo>
                <a:lnTo>
                  <a:pt x="880997" y="1304960"/>
                </a:lnTo>
                <a:lnTo>
                  <a:pt x="887080" y="1311042"/>
                </a:lnTo>
                <a:lnTo>
                  <a:pt x="893428" y="1316859"/>
                </a:lnTo>
                <a:lnTo>
                  <a:pt x="900040" y="1322412"/>
                </a:lnTo>
                <a:lnTo>
                  <a:pt x="906652" y="1327436"/>
                </a:lnTo>
                <a:lnTo>
                  <a:pt x="913264" y="1332196"/>
                </a:lnTo>
                <a:lnTo>
                  <a:pt x="920405" y="1336956"/>
                </a:lnTo>
                <a:lnTo>
                  <a:pt x="927546" y="1341187"/>
                </a:lnTo>
                <a:lnTo>
                  <a:pt x="934687" y="1345417"/>
                </a:lnTo>
                <a:lnTo>
                  <a:pt x="941828" y="1349119"/>
                </a:lnTo>
                <a:lnTo>
                  <a:pt x="949234" y="1352821"/>
                </a:lnTo>
                <a:lnTo>
                  <a:pt x="956904" y="1355995"/>
                </a:lnTo>
                <a:lnTo>
                  <a:pt x="964310" y="1358903"/>
                </a:lnTo>
                <a:lnTo>
                  <a:pt x="971715" y="1361812"/>
                </a:lnTo>
                <a:lnTo>
                  <a:pt x="979121" y="1364456"/>
                </a:lnTo>
                <a:lnTo>
                  <a:pt x="986526" y="1366836"/>
                </a:lnTo>
                <a:lnTo>
                  <a:pt x="993932" y="1368952"/>
                </a:lnTo>
                <a:lnTo>
                  <a:pt x="1008479" y="1372654"/>
                </a:lnTo>
                <a:lnTo>
                  <a:pt x="1023025" y="1375562"/>
                </a:lnTo>
                <a:lnTo>
                  <a:pt x="1037043" y="1378471"/>
                </a:lnTo>
                <a:lnTo>
                  <a:pt x="1050532" y="1380058"/>
                </a:lnTo>
                <a:lnTo>
                  <a:pt x="1063227" y="1381380"/>
                </a:lnTo>
                <a:lnTo>
                  <a:pt x="1075129" y="1382438"/>
                </a:lnTo>
                <a:lnTo>
                  <a:pt x="1086237" y="1382702"/>
                </a:lnTo>
                <a:lnTo>
                  <a:pt x="1096287" y="1383231"/>
                </a:lnTo>
                <a:lnTo>
                  <a:pt x="1105015" y="1383495"/>
                </a:lnTo>
                <a:lnTo>
                  <a:pt x="1112421" y="1383231"/>
                </a:lnTo>
                <a:lnTo>
                  <a:pt x="1122736" y="1382702"/>
                </a:lnTo>
                <a:lnTo>
                  <a:pt x="1126703" y="1382438"/>
                </a:lnTo>
                <a:lnTo>
                  <a:pt x="1126703" y="1394337"/>
                </a:lnTo>
                <a:lnTo>
                  <a:pt x="1126968" y="1406236"/>
                </a:lnTo>
                <a:lnTo>
                  <a:pt x="1127232" y="1417607"/>
                </a:lnTo>
                <a:lnTo>
                  <a:pt x="1128025" y="1428977"/>
                </a:lnTo>
                <a:lnTo>
                  <a:pt x="1129083" y="1439554"/>
                </a:lnTo>
                <a:lnTo>
                  <a:pt x="1130141" y="1450131"/>
                </a:lnTo>
                <a:lnTo>
                  <a:pt x="1131728" y="1460444"/>
                </a:lnTo>
                <a:lnTo>
                  <a:pt x="1133580" y="1470228"/>
                </a:lnTo>
                <a:lnTo>
                  <a:pt x="1135431" y="1480012"/>
                </a:lnTo>
                <a:lnTo>
                  <a:pt x="1137547" y="1489267"/>
                </a:lnTo>
                <a:lnTo>
                  <a:pt x="1139927" y="1498522"/>
                </a:lnTo>
                <a:lnTo>
                  <a:pt x="1142572" y="1507513"/>
                </a:lnTo>
                <a:lnTo>
                  <a:pt x="1145481" y="1515710"/>
                </a:lnTo>
                <a:lnTo>
                  <a:pt x="1148391" y="1524172"/>
                </a:lnTo>
                <a:lnTo>
                  <a:pt x="1151564" y="1532105"/>
                </a:lnTo>
                <a:lnTo>
                  <a:pt x="1155003" y="1539773"/>
                </a:lnTo>
                <a:lnTo>
                  <a:pt x="1158441" y="1547442"/>
                </a:lnTo>
                <a:lnTo>
                  <a:pt x="1162408" y="1554581"/>
                </a:lnTo>
                <a:lnTo>
                  <a:pt x="1166111" y="1561721"/>
                </a:lnTo>
                <a:lnTo>
                  <a:pt x="1170078" y="1568596"/>
                </a:lnTo>
                <a:lnTo>
                  <a:pt x="1174575" y="1575207"/>
                </a:lnTo>
                <a:lnTo>
                  <a:pt x="1178806" y="1581553"/>
                </a:lnTo>
                <a:lnTo>
                  <a:pt x="1183038" y="1587370"/>
                </a:lnTo>
                <a:lnTo>
                  <a:pt x="1187799" y="1593452"/>
                </a:lnTo>
                <a:lnTo>
                  <a:pt x="1192560" y="1599005"/>
                </a:lnTo>
                <a:lnTo>
                  <a:pt x="1197320" y="1604558"/>
                </a:lnTo>
                <a:lnTo>
                  <a:pt x="1202346" y="1609582"/>
                </a:lnTo>
                <a:lnTo>
                  <a:pt x="1207635" y="1614607"/>
                </a:lnTo>
                <a:lnTo>
                  <a:pt x="1212660" y="1619366"/>
                </a:lnTo>
                <a:lnTo>
                  <a:pt x="1217950" y="1624126"/>
                </a:lnTo>
                <a:lnTo>
                  <a:pt x="1223240" y="1628357"/>
                </a:lnTo>
                <a:lnTo>
                  <a:pt x="1229058" y="1632852"/>
                </a:lnTo>
                <a:lnTo>
                  <a:pt x="1234348" y="1636819"/>
                </a:lnTo>
                <a:lnTo>
                  <a:pt x="1239902" y="1640521"/>
                </a:lnTo>
                <a:lnTo>
                  <a:pt x="1245721" y="1644487"/>
                </a:lnTo>
                <a:lnTo>
                  <a:pt x="1251540" y="1647660"/>
                </a:lnTo>
                <a:lnTo>
                  <a:pt x="1263177" y="1654271"/>
                </a:lnTo>
                <a:lnTo>
                  <a:pt x="1274814" y="1660353"/>
                </a:lnTo>
                <a:lnTo>
                  <a:pt x="1286716" y="1665377"/>
                </a:lnTo>
                <a:lnTo>
                  <a:pt x="1298882" y="1670137"/>
                </a:lnTo>
                <a:lnTo>
                  <a:pt x="1310784" y="1673839"/>
                </a:lnTo>
                <a:lnTo>
                  <a:pt x="1322686" y="1677541"/>
                </a:lnTo>
                <a:lnTo>
                  <a:pt x="1334588" y="1680714"/>
                </a:lnTo>
                <a:lnTo>
                  <a:pt x="1346225" y="1683094"/>
                </a:lnTo>
                <a:lnTo>
                  <a:pt x="1357862" y="1685474"/>
                </a:lnTo>
                <a:lnTo>
                  <a:pt x="1368971" y="1687325"/>
                </a:lnTo>
                <a:lnTo>
                  <a:pt x="1380079" y="1688382"/>
                </a:lnTo>
                <a:lnTo>
                  <a:pt x="1390658" y="1689705"/>
                </a:lnTo>
                <a:lnTo>
                  <a:pt x="1401238" y="1690498"/>
                </a:lnTo>
                <a:lnTo>
                  <a:pt x="1411024" y="1690762"/>
                </a:lnTo>
                <a:lnTo>
                  <a:pt x="1411817" y="1709537"/>
                </a:lnTo>
                <a:lnTo>
                  <a:pt x="1412346" y="1728311"/>
                </a:lnTo>
                <a:lnTo>
                  <a:pt x="1412875" y="1747086"/>
                </a:lnTo>
                <a:lnTo>
                  <a:pt x="1412875" y="1766125"/>
                </a:lnTo>
                <a:lnTo>
                  <a:pt x="1412346" y="1792832"/>
                </a:lnTo>
                <a:lnTo>
                  <a:pt x="1411553" y="1819275"/>
                </a:lnTo>
                <a:lnTo>
                  <a:pt x="793" y="1811078"/>
                </a:lnTo>
                <a:lnTo>
                  <a:pt x="264" y="1784635"/>
                </a:lnTo>
                <a:lnTo>
                  <a:pt x="0" y="1757928"/>
                </a:lnTo>
                <a:lnTo>
                  <a:pt x="529" y="1733071"/>
                </a:lnTo>
                <a:lnTo>
                  <a:pt x="1058" y="1708215"/>
                </a:lnTo>
                <a:lnTo>
                  <a:pt x="2645" y="1683623"/>
                </a:lnTo>
                <a:lnTo>
                  <a:pt x="4232" y="1659031"/>
                </a:lnTo>
                <a:lnTo>
                  <a:pt x="6612" y="1634968"/>
                </a:lnTo>
                <a:lnTo>
                  <a:pt x="8992" y="1610905"/>
                </a:lnTo>
                <a:lnTo>
                  <a:pt x="12166" y="1587106"/>
                </a:lnTo>
                <a:lnTo>
                  <a:pt x="15340" y="1563307"/>
                </a:lnTo>
                <a:lnTo>
                  <a:pt x="19307" y="1539773"/>
                </a:lnTo>
                <a:lnTo>
                  <a:pt x="23804" y="1516503"/>
                </a:lnTo>
                <a:lnTo>
                  <a:pt x="28300" y="1493762"/>
                </a:lnTo>
                <a:lnTo>
                  <a:pt x="33590" y="1470757"/>
                </a:lnTo>
                <a:lnTo>
                  <a:pt x="38879" y="1448280"/>
                </a:lnTo>
                <a:lnTo>
                  <a:pt x="44962" y="1425804"/>
                </a:lnTo>
                <a:lnTo>
                  <a:pt x="51045" y="1403856"/>
                </a:lnTo>
                <a:lnTo>
                  <a:pt x="57658" y="1382173"/>
                </a:lnTo>
                <a:lnTo>
                  <a:pt x="64799" y="1360754"/>
                </a:lnTo>
                <a:lnTo>
                  <a:pt x="72204" y="1339336"/>
                </a:lnTo>
                <a:lnTo>
                  <a:pt x="79874" y="1318710"/>
                </a:lnTo>
                <a:lnTo>
                  <a:pt x="88073" y="1298085"/>
                </a:lnTo>
                <a:lnTo>
                  <a:pt x="96272" y="1277459"/>
                </a:lnTo>
                <a:lnTo>
                  <a:pt x="105265" y="1257627"/>
                </a:lnTo>
                <a:lnTo>
                  <a:pt x="114522" y="1238059"/>
                </a:lnTo>
                <a:lnTo>
                  <a:pt x="123779" y="1218491"/>
                </a:lnTo>
                <a:lnTo>
                  <a:pt x="133565" y="1199452"/>
                </a:lnTo>
                <a:lnTo>
                  <a:pt x="143615" y="1180678"/>
                </a:lnTo>
                <a:lnTo>
                  <a:pt x="153930" y="1162432"/>
                </a:lnTo>
                <a:lnTo>
                  <a:pt x="165038" y="1144451"/>
                </a:lnTo>
                <a:lnTo>
                  <a:pt x="176147" y="1126734"/>
                </a:lnTo>
                <a:lnTo>
                  <a:pt x="187255" y="1109546"/>
                </a:lnTo>
                <a:lnTo>
                  <a:pt x="198892" y="1092623"/>
                </a:lnTo>
                <a:lnTo>
                  <a:pt x="210794" y="1075964"/>
                </a:lnTo>
                <a:lnTo>
                  <a:pt x="222960" y="1059834"/>
                </a:lnTo>
                <a:lnTo>
                  <a:pt x="235391" y="1044232"/>
                </a:lnTo>
                <a:lnTo>
                  <a:pt x="248351" y="1028895"/>
                </a:lnTo>
                <a:lnTo>
                  <a:pt x="261310" y="1013823"/>
                </a:lnTo>
                <a:lnTo>
                  <a:pt x="274799" y="999544"/>
                </a:lnTo>
                <a:lnTo>
                  <a:pt x="288288" y="985529"/>
                </a:lnTo>
                <a:lnTo>
                  <a:pt x="302041" y="971779"/>
                </a:lnTo>
                <a:lnTo>
                  <a:pt x="316059" y="958557"/>
                </a:lnTo>
                <a:lnTo>
                  <a:pt x="330341" y="946129"/>
                </a:lnTo>
                <a:lnTo>
                  <a:pt x="344888" y="933965"/>
                </a:lnTo>
                <a:lnTo>
                  <a:pt x="359963" y="922066"/>
                </a:lnTo>
                <a:lnTo>
                  <a:pt x="374774" y="910695"/>
                </a:lnTo>
                <a:lnTo>
                  <a:pt x="389850" y="899589"/>
                </a:lnTo>
                <a:lnTo>
                  <a:pt x="405454" y="889541"/>
                </a:lnTo>
                <a:lnTo>
                  <a:pt x="420794" y="879757"/>
                </a:lnTo>
                <a:lnTo>
                  <a:pt x="436664" y="870238"/>
                </a:lnTo>
                <a:lnTo>
                  <a:pt x="452533" y="861511"/>
                </a:lnTo>
                <a:lnTo>
                  <a:pt x="468666" y="853314"/>
                </a:lnTo>
                <a:lnTo>
                  <a:pt x="485064" y="845646"/>
                </a:lnTo>
                <a:lnTo>
                  <a:pt x="501727" y="838242"/>
                </a:lnTo>
                <a:lnTo>
                  <a:pt x="518389" y="831631"/>
                </a:lnTo>
                <a:lnTo>
                  <a:pt x="535316" y="825285"/>
                </a:lnTo>
                <a:lnTo>
                  <a:pt x="552243" y="819732"/>
                </a:lnTo>
                <a:lnTo>
                  <a:pt x="569435" y="814972"/>
                </a:lnTo>
                <a:lnTo>
                  <a:pt x="586891" y="810477"/>
                </a:lnTo>
                <a:lnTo>
                  <a:pt x="604347" y="806510"/>
                </a:lnTo>
                <a:lnTo>
                  <a:pt x="622067" y="803337"/>
                </a:lnTo>
                <a:lnTo>
                  <a:pt x="639787" y="800693"/>
                </a:lnTo>
                <a:lnTo>
                  <a:pt x="657508" y="798577"/>
                </a:lnTo>
                <a:lnTo>
                  <a:pt x="675757" y="796991"/>
                </a:lnTo>
                <a:lnTo>
                  <a:pt x="693742" y="796197"/>
                </a:lnTo>
                <a:lnTo>
                  <a:pt x="711992" y="795933"/>
                </a:lnTo>
                <a:close/>
                <a:moveTo>
                  <a:pt x="1463280" y="660400"/>
                </a:moveTo>
                <a:lnTo>
                  <a:pt x="1469893" y="660400"/>
                </a:lnTo>
                <a:lnTo>
                  <a:pt x="1477034" y="660665"/>
                </a:lnTo>
                <a:lnTo>
                  <a:pt x="1483912" y="660929"/>
                </a:lnTo>
                <a:lnTo>
                  <a:pt x="1490789" y="661988"/>
                </a:lnTo>
                <a:lnTo>
                  <a:pt x="1497666" y="663046"/>
                </a:lnTo>
                <a:lnTo>
                  <a:pt x="1504279" y="664898"/>
                </a:lnTo>
                <a:lnTo>
                  <a:pt x="1510891" y="666750"/>
                </a:lnTo>
                <a:lnTo>
                  <a:pt x="1516975" y="668867"/>
                </a:lnTo>
                <a:lnTo>
                  <a:pt x="1523323" y="671248"/>
                </a:lnTo>
                <a:lnTo>
                  <a:pt x="1529142" y="673894"/>
                </a:lnTo>
                <a:lnTo>
                  <a:pt x="1535226" y="676804"/>
                </a:lnTo>
                <a:lnTo>
                  <a:pt x="1540780" y="679979"/>
                </a:lnTo>
                <a:lnTo>
                  <a:pt x="1546599" y="683683"/>
                </a:lnTo>
                <a:lnTo>
                  <a:pt x="1551625" y="687123"/>
                </a:lnTo>
                <a:lnTo>
                  <a:pt x="1556915" y="691356"/>
                </a:lnTo>
                <a:lnTo>
                  <a:pt x="1561676" y="695590"/>
                </a:lnTo>
                <a:lnTo>
                  <a:pt x="1566437" y="700088"/>
                </a:lnTo>
                <a:lnTo>
                  <a:pt x="1570934" y="704850"/>
                </a:lnTo>
                <a:lnTo>
                  <a:pt x="1575431" y="709613"/>
                </a:lnTo>
                <a:lnTo>
                  <a:pt x="1579134" y="714640"/>
                </a:lnTo>
                <a:lnTo>
                  <a:pt x="1583101" y="719931"/>
                </a:lnTo>
                <a:lnTo>
                  <a:pt x="1586540" y="725223"/>
                </a:lnTo>
                <a:lnTo>
                  <a:pt x="1589978" y="731044"/>
                </a:lnTo>
                <a:lnTo>
                  <a:pt x="1592888" y="736600"/>
                </a:lnTo>
                <a:lnTo>
                  <a:pt x="1595533" y="742685"/>
                </a:lnTo>
                <a:lnTo>
                  <a:pt x="1597914" y="748771"/>
                </a:lnTo>
                <a:lnTo>
                  <a:pt x="1600030" y="754856"/>
                </a:lnTo>
                <a:lnTo>
                  <a:pt x="1601881" y="761206"/>
                </a:lnTo>
                <a:lnTo>
                  <a:pt x="1603204" y="767556"/>
                </a:lnTo>
                <a:lnTo>
                  <a:pt x="1604526" y="774435"/>
                </a:lnTo>
                <a:lnTo>
                  <a:pt x="1605320" y="781050"/>
                </a:lnTo>
                <a:lnTo>
                  <a:pt x="1605584" y="787665"/>
                </a:lnTo>
                <a:lnTo>
                  <a:pt x="1605849" y="794544"/>
                </a:lnTo>
                <a:lnTo>
                  <a:pt x="1604791" y="967581"/>
                </a:lnTo>
                <a:lnTo>
                  <a:pt x="1781745" y="968375"/>
                </a:lnTo>
                <a:lnTo>
                  <a:pt x="1788887" y="968640"/>
                </a:lnTo>
                <a:lnTo>
                  <a:pt x="1795764" y="969169"/>
                </a:lnTo>
                <a:lnTo>
                  <a:pt x="1802641" y="970227"/>
                </a:lnTo>
                <a:lnTo>
                  <a:pt x="1809518" y="971285"/>
                </a:lnTo>
                <a:lnTo>
                  <a:pt x="1815866" y="972873"/>
                </a:lnTo>
                <a:lnTo>
                  <a:pt x="1822479" y="974725"/>
                </a:lnTo>
                <a:lnTo>
                  <a:pt x="1828827" y="977106"/>
                </a:lnTo>
                <a:lnTo>
                  <a:pt x="1834911" y="979488"/>
                </a:lnTo>
                <a:lnTo>
                  <a:pt x="1840994" y="982133"/>
                </a:lnTo>
                <a:lnTo>
                  <a:pt x="1846813" y="985044"/>
                </a:lnTo>
                <a:lnTo>
                  <a:pt x="1852633" y="988219"/>
                </a:lnTo>
                <a:lnTo>
                  <a:pt x="1857923" y="991923"/>
                </a:lnTo>
                <a:lnTo>
                  <a:pt x="1863213" y="995363"/>
                </a:lnTo>
                <a:lnTo>
                  <a:pt x="1868503" y="999596"/>
                </a:lnTo>
                <a:lnTo>
                  <a:pt x="1873264" y="1003829"/>
                </a:lnTo>
                <a:lnTo>
                  <a:pt x="1878025" y="1008327"/>
                </a:lnTo>
                <a:lnTo>
                  <a:pt x="1882522" y="1012825"/>
                </a:lnTo>
                <a:lnTo>
                  <a:pt x="1886754" y="1017852"/>
                </a:lnTo>
                <a:lnTo>
                  <a:pt x="1890986" y="1022879"/>
                </a:lnTo>
                <a:lnTo>
                  <a:pt x="1894689" y="1027906"/>
                </a:lnTo>
                <a:lnTo>
                  <a:pt x="1898128" y="1033463"/>
                </a:lnTo>
                <a:lnTo>
                  <a:pt x="1901302" y="1039283"/>
                </a:lnTo>
                <a:lnTo>
                  <a:pt x="1904211" y="1044840"/>
                </a:lnTo>
                <a:lnTo>
                  <a:pt x="1907385" y="1050660"/>
                </a:lnTo>
                <a:lnTo>
                  <a:pt x="1909766" y="1056746"/>
                </a:lnTo>
                <a:lnTo>
                  <a:pt x="1911882" y="1063096"/>
                </a:lnTo>
                <a:lnTo>
                  <a:pt x="1913469" y="1069181"/>
                </a:lnTo>
                <a:lnTo>
                  <a:pt x="1915056" y="1075796"/>
                </a:lnTo>
                <a:lnTo>
                  <a:pt x="1916114" y="1082410"/>
                </a:lnTo>
                <a:lnTo>
                  <a:pt x="1916908" y="1089290"/>
                </a:lnTo>
                <a:lnTo>
                  <a:pt x="1917436" y="1095640"/>
                </a:lnTo>
                <a:lnTo>
                  <a:pt x="1917701" y="1102783"/>
                </a:lnTo>
                <a:lnTo>
                  <a:pt x="1917436" y="1109663"/>
                </a:lnTo>
                <a:lnTo>
                  <a:pt x="1916908" y="1116277"/>
                </a:lnTo>
                <a:lnTo>
                  <a:pt x="1915849" y="1123156"/>
                </a:lnTo>
                <a:lnTo>
                  <a:pt x="1914791" y="1129506"/>
                </a:lnTo>
                <a:lnTo>
                  <a:pt x="1913204" y="1136121"/>
                </a:lnTo>
                <a:lnTo>
                  <a:pt x="1911088" y="1142471"/>
                </a:lnTo>
                <a:lnTo>
                  <a:pt x="1908972" y="1148556"/>
                </a:lnTo>
                <a:lnTo>
                  <a:pt x="1906592" y="1154642"/>
                </a:lnTo>
                <a:lnTo>
                  <a:pt x="1903682" y="1160463"/>
                </a:lnTo>
                <a:lnTo>
                  <a:pt x="1900773" y="1166283"/>
                </a:lnTo>
                <a:lnTo>
                  <a:pt x="1897599" y="1171840"/>
                </a:lnTo>
                <a:lnTo>
                  <a:pt x="1893896" y="1177131"/>
                </a:lnTo>
                <a:lnTo>
                  <a:pt x="1889928" y="1182158"/>
                </a:lnTo>
                <a:lnTo>
                  <a:pt x="1885960" y="1187450"/>
                </a:lnTo>
                <a:lnTo>
                  <a:pt x="1881728" y="1192213"/>
                </a:lnTo>
                <a:lnTo>
                  <a:pt x="1876967" y="1196975"/>
                </a:lnTo>
                <a:lnTo>
                  <a:pt x="1872206" y="1201208"/>
                </a:lnTo>
                <a:lnTo>
                  <a:pt x="1867445" y="1205442"/>
                </a:lnTo>
                <a:lnTo>
                  <a:pt x="1862155" y="1209411"/>
                </a:lnTo>
                <a:lnTo>
                  <a:pt x="1856600" y="1212850"/>
                </a:lnTo>
                <a:lnTo>
                  <a:pt x="1851046" y="1216554"/>
                </a:lnTo>
                <a:lnTo>
                  <a:pt x="1845491" y="1219465"/>
                </a:lnTo>
                <a:lnTo>
                  <a:pt x="1839407" y="1222375"/>
                </a:lnTo>
                <a:lnTo>
                  <a:pt x="1833588" y="1225021"/>
                </a:lnTo>
                <a:lnTo>
                  <a:pt x="1827240" y="1227402"/>
                </a:lnTo>
                <a:lnTo>
                  <a:pt x="1821156" y="1229519"/>
                </a:lnTo>
                <a:lnTo>
                  <a:pt x="1814544" y="1231371"/>
                </a:lnTo>
                <a:lnTo>
                  <a:pt x="1807931" y="1232958"/>
                </a:lnTo>
                <a:lnTo>
                  <a:pt x="1801054" y="1234017"/>
                </a:lnTo>
                <a:lnTo>
                  <a:pt x="1794177" y="1234546"/>
                </a:lnTo>
                <a:lnTo>
                  <a:pt x="1787300" y="1235340"/>
                </a:lnTo>
                <a:lnTo>
                  <a:pt x="1780158" y="1235340"/>
                </a:lnTo>
                <a:lnTo>
                  <a:pt x="1603204" y="1234281"/>
                </a:lnTo>
                <a:lnTo>
                  <a:pt x="1602410" y="1407319"/>
                </a:lnTo>
                <a:lnTo>
                  <a:pt x="1602146" y="1413933"/>
                </a:lnTo>
                <a:lnTo>
                  <a:pt x="1601617" y="1420813"/>
                </a:lnTo>
                <a:lnTo>
                  <a:pt x="1600559" y="1427692"/>
                </a:lnTo>
                <a:lnTo>
                  <a:pt x="1599501" y="1434306"/>
                </a:lnTo>
                <a:lnTo>
                  <a:pt x="1597914" y="1440392"/>
                </a:lnTo>
                <a:lnTo>
                  <a:pt x="1595798" y="1446742"/>
                </a:lnTo>
                <a:lnTo>
                  <a:pt x="1593682" y="1453092"/>
                </a:lnTo>
                <a:lnTo>
                  <a:pt x="1591301" y="1459177"/>
                </a:lnTo>
                <a:lnTo>
                  <a:pt x="1588656" y="1464998"/>
                </a:lnTo>
                <a:lnTo>
                  <a:pt x="1585482" y="1470819"/>
                </a:lnTo>
                <a:lnTo>
                  <a:pt x="1582043" y="1476111"/>
                </a:lnTo>
                <a:lnTo>
                  <a:pt x="1578605" y="1481931"/>
                </a:lnTo>
                <a:lnTo>
                  <a:pt x="1574637" y="1486958"/>
                </a:lnTo>
                <a:lnTo>
                  <a:pt x="1570670" y="1491986"/>
                </a:lnTo>
                <a:lnTo>
                  <a:pt x="1566437" y="1496748"/>
                </a:lnTo>
                <a:lnTo>
                  <a:pt x="1561941" y="1501511"/>
                </a:lnTo>
                <a:lnTo>
                  <a:pt x="1557180" y="1505744"/>
                </a:lnTo>
                <a:lnTo>
                  <a:pt x="1552154" y="1509713"/>
                </a:lnTo>
                <a:lnTo>
                  <a:pt x="1546864" y="1513946"/>
                </a:lnTo>
                <a:lnTo>
                  <a:pt x="1541309" y="1517650"/>
                </a:lnTo>
                <a:lnTo>
                  <a:pt x="1536019" y="1521090"/>
                </a:lnTo>
                <a:lnTo>
                  <a:pt x="1530200" y="1524000"/>
                </a:lnTo>
                <a:lnTo>
                  <a:pt x="1524381" y="1527175"/>
                </a:lnTo>
                <a:lnTo>
                  <a:pt x="1518297" y="1529821"/>
                </a:lnTo>
                <a:lnTo>
                  <a:pt x="1511949" y="1532202"/>
                </a:lnTo>
                <a:lnTo>
                  <a:pt x="1505601" y="1534319"/>
                </a:lnTo>
                <a:lnTo>
                  <a:pt x="1499253" y="1535906"/>
                </a:lnTo>
                <a:lnTo>
                  <a:pt x="1492640" y="1537494"/>
                </a:lnTo>
                <a:lnTo>
                  <a:pt x="1485763" y="1538288"/>
                </a:lnTo>
                <a:lnTo>
                  <a:pt x="1478886" y="1539346"/>
                </a:lnTo>
                <a:lnTo>
                  <a:pt x="1472009" y="1539875"/>
                </a:lnTo>
                <a:lnTo>
                  <a:pt x="1464867" y="1539875"/>
                </a:lnTo>
                <a:lnTo>
                  <a:pt x="1458255" y="1539611"/>
                </a:lnTo>
                <a:lnTo>
                  <a:pt x="1451113" y="1539346"/>
                </a:lnTo>
                <a:lnTo>
                  <a:pt x="1444236" y="1538288"/>
                </a:lnTo>
                <a:lnTo>
                  <a:pt x="1437623" y="1536965"/>
                </a:lnTo>
                <a:lnTo>
                  <a:pt x="1431010" y="1535377"/>
                </a:lnTo>
                <a:lnTo>
                  <a:pt x="1424398" y="1533525"/>
                </a:lnTo>
                <a:lnTo>
                  <a:pt x="1418314" y="1531673"/>
                </a:lnTo>
                <a:lnTo>
                  <a:pt x="1411966" y="1529292"/>
                </a:lnTo>
                <a:lnTo>
                  <a:pt x="1406147" y="1526381"/>
                </a:lnTo>
                <a:lnTo>
                  <a:pt x="1400063" y="1523471"/>
                </a:lnTo>
                <a:lnTo>
                  <a:pt x="1394509" y="1520296"/>
                </a:lnTo>
                <a:lnTo>
                  <a:pt x="1388690" y="1516592"/>
                </a:lnTo>
                <a:lnTo>
                  <a:pt x="1383399" y="1512888"/>
                </a:lnTo>
                <a:lnTo>
                  <a:pt x="1378374" y="1508919"/>
                </a:lnTo>
                <a:lnTo>
                  <a:pt x="1373348" y="1504686"/>
                </a:lnTo>
                <a:lnTo>
                  <a:pt x="1368852" y="1500188"/>
                </a:lnTo>
                <a:lnTo>
                  <a:pt x="1364355" y="1495425"/>
                </a:lnTo>
                <a:lnTo>
                  <a:pt x="1359858" y="1490663"/>
                </a:lnTo>
                <a:lnTo>
                  <a:pt x="1356155" y="1485636"/>
                </a:lnTo>
                <a:lnTo>
                  <a:pt x="1352188" y="1480344"/>
                </a:lnTo>
                <a:lnTo>
                  <a:pt x="1348749" y="1475052"/>
                </a:lnTo>
                <a:lnTo>
                  <a:pt x="1345311" y="1469496"/>
                </a:lnTo>
                <a:lnTo>
                  <a:pt x="1342401" y="1463675"/>
                </a:lnTo>
                <a:lnTo>
                  <a:pt x="1339756" y="1457854"/>
                </a:lnTo>
                <a:lnTo>
                  <a:pt x="1337375" y="1451504"/>
                </a:lnTo>
                <a:lnTo>
                  <a:pt x="1335259" y="1445154"/>
                </a:lnTo>
                <a:lnTo>
                  <a:pt x="1333408" y="1439069"/>
                </a:lnTo>
                <a:lnTo>
                  <a:pt x="1332085" y="1432454"/>
                </a:lnTo>
                <a:lnTo>
                  <a:pt x="1330763" y="1425840"/>
                </a:lnTo>
                <a:lnTo>
                  <a:pt x="1329969" y="1419490"/>
                </a:lnTo>
                <a:lnTo>
                  <a:pt x="1329440" y="1412611"/>
                </a:lnTo>
                <a:lnTo>
                  <a:pt x="1329440" y="1405731"/>
                </a:lnTo>
                <a:lnTo>
                  <a:pt x="1330234" y="1232958"/>
                </a:lnTo>
                <a:lnTo>
                  <a:pt x="1153279" y="1231636"/>
                </a:lnTo>
                <a:lnTo>
                  <a:pt x="1146402" y="1231371"/>
                </a:lnTo>
                <a:lnTo>
                  <a:pt x="1139525" y="1231106"/>
                </a:lnTo>
                <a:lnTo>
                  <a:pt x="1132648" y="1230048"/>
                </a:lnTo>
                <a:lnTo>
                  <a:pt x="1125771" y="1228990"/>
                </a:lnTo>
                <a:lnTo>
                  <a:pt x="1119423" y="1227138"/>
                </a:lnTo>
                <a:lnTo>
                  <a:pt x="1112810" y="1225286"/>
                </a:lnTo>
                <a:lnTo>
                  <a:pt x="1106462" y="1223433"/>
                </a:lnTo>
                <a:lnTo>
                  <a:pt x="1100378" y="1221052"/>
                </a:lnTo>
                <a:lnTo>
                  <a:pt x="1094295" y="1218406"/>
                </a:lnTo>
                <a:lnTo>
                  <a:pt x="1088476" y="1215231"/>
                </a:lnTo>
                <a:lnTo>
                  <a:pt x="1082656" y="1212056"/>
                </a:lnTo>
                <a:lnTo>
                  <a:pt x="1077102" y="1208352"/>
                </a:lnTo>
                <a:lnTo>
                  <a:pt x="1071812" y="1204648"/>
                </a:lnTo>
                <a:lnTo>
                  <a:pt x="1066786" y="1200679"/>
                </a:lnTo>
                <a:lnTo>
                  <a:pt x="1062025" y="1196446"/>
                </a:lnTo>
                <a:lnTo>
                  <a:pt x="1057264" y="1192213"/>
                </a:lnTo>
                <a:lnTo>
                  <a:pt x="1052767" y="1187450"/>
                </a:lnTo>
                <a:lnTo>
                  <a:pt x="1048271" y="1182688"/>
                </a:lnTo>
                <a:lnTo>
                  <a:pt x="1044303" y="1177396"/>
                </a:lnTo>
                <a:lnTo>
                  <a:pt x="1040600" y="1172104"/>
                </a:lnTo>
                <a:lnTo>
                  <a:pt x="1036897" y="1166813"/>
                </a:lnTo>
                <a:lnTo>
                  <a:pt x="1033723" y="1161256"/>
                </a:lnTo>
                <a:lnTo>
                  <a:pt x="1030549" y="1155435"/>
                </a:lnTo>
                <a:lnTo>
                  <a:pt x="1027904" y="1149615"/>
                </a:lnTo>
                <a:lnTo>
                  <a:pt x="1025523" y="1143265"/>
                </a:lnTo>
                <a:lnTo>
                  <a:pt x="1023407" y="1137444"/>
                </a:lnTo>
                <a:lnTo>
                  <a:pt x="1021820" y="1130829"/>
                </a:lnTo>
                <a:lnTo>
                  <a:pt x="1020233" y="1124215"/>
                </a:lnTo>
                <a:lnTo>
                  <a:pt x="1019175" y="1117600"/>
                </a:lnTo>
                <a:lnTo>
                  <a:pt x="1018117" y="1111250"/>
                </a:lnTo>
                <a:lnTo>
                  <a:pt x="1017853" y="1104371"/>
                </a:lnTo>
                <a:lnTo>
                  <a:pt x="1017588" y="1097492"/>
                </a:lnTo>
                <a:lnTo>
                  <a:pt x="1017853" y="1090613"/>
                </a:lnTo>
                <a:lnTo>
                  <a:pt x="1018382" y="1083733"/>
                </a:lnTo>
                <a:lnTo>
                  <a:pt x="1019440" y="1077383"/>
                </a:lnTo>
                <a:lnTo>
                  <a:pt x="1020498" y="1070769"/>
                </a:lnTo>
                <a:lnTo>
                  <a:pt x="1022085" y="1064154"/>
                </a:lnTo>
                <a:lnTo>
                  <a:pt x="1024201" y="1057804"/>
                </a:lnTo>
                <a:lnTo>
                  <a:pt x="1026317" y="1051719"/>
                </a:lnTo>
                <a:lnTo>
                  <a:pt x="1028697" y="1045633"/>
                </a:lnTo>
                <a:lnTo>
                  <a:pt x="1031607" y="1039813"/>
                </a:lnTo>
                <a:lnTo>
                  <a:pt x="1034516" y="1033992"/>
                </a:lnTo>
                <a:lnTo>
                  <a:pt x="1037690" y="1028435"/>
                </a:lnTo>
                <a:lnTo>
                  <a:pt x="1041394" y="1023144"/>
                </a:lnTo>
                <a:lnTo>
                  <a:pt x="1045361" y="1017852"/>
                </a:lnTo>
                <a:lnTo>
                  <a:pt x="1049329" y="1012825"/>
                </a:lnTo>
                <a:lnTo>
                  <a:pt x="1053561" y="1008063"/>
                </a:lnTo>
                <a:lnTo>
                  <a:pt x="1058057" y="1003565"/>
                </a:lnTo>
                <a:lnTo>
                  <a:pt x="1062818" y="999067"/>
                </a:lnTo>
                <a:lnTo>
                  <a:pt x="1067844" y="994833"/>
                </a:lnTo>
                <a:lnTo>
                  <a:pt x="1073134" y="990865"/>
                </a:lnTo>
                <a:lnTo>
                  <a:pt x="1078689" y="987160"/>
                </a:lnTo>
                <a:lnTo>
                  <a:pt x="1083979" y="983721"/>
                </a:lnTo>
                <a:lnTo>
                  <a:pt x="1089798" y="980546"/>
                </a:lnTo>
                <a:lnTo>
                  <a:pt x="1095617" y="977635"/>
                </a:lnTo>
                <a:lnTo>
                  <a:pt x="1101701" y="975254"/>
                </a:lnTo>
                <a:lnTo>
                  <a:pt x="1108049" y="972873"/>
                </a:lnTo>
                <a:lnTo>
                  <a:pt x="1114133" y="970756"/>
                </a:lnTo>
                <a:lnTo>
                  <a:pt x="1120745" y="968904"/>
                </a:lnTo>
                <a:lnTo>
                  <a:pt x="1127358" y="967581"/>
                </a:lnTo>
                <a:lnTo>
                  <a:pt x="1134235" y="966258"/>
                </a:lnTo>
                <a:lnTo>
                  <a:pt x="1141112" y="965465"/>
                </a:lnTo>
                <a:lnTo>
                  <a:pt x="1147989" y="965200"/>
                </a:lnTo>
                <a:lnTo>
                  <a:pt x="1155131" y="964935"/>
                </a:lnTo>
                <a:lnTo>
                  <a:pt x="1332085" y="965994"/>
                </a:lnTo>
                <a:lnTo>
                  <a:pt x="1332879" y="793221"/>
                </a:lnTo>
                <a:lnTo>
                  <a:pt x="1333143" y="786342"/>
                </a:lnTo>
                <a:lnTo>
                  <a:pt x="1333672" y="779463"/>
                </a:lnTo>
                <a:lnTo>
                  <a:pt x="1334730" y="772583"/>
                </a:lnTo>
                <a:lnTo>
                  <a:pt x="1335788" y="765969"/>
                </a:lnTo>
                <a:lnTo>
                  <a:pt x="1337375" y="759883"/>
                </a:lnTo>
                <a:lnTo>
                  <a:pt x="1339227" y="753269"/>
                </a:lnTo>
                <a:lnTo>
                  <a:pt x="1341608" y="747448"/>
                </a:lnTo>
                <a:lnTo>
                  <a:pt x="1343988" y="741098"/>
                </a:lnTo>
                <a:lnTo>
                  <a:pt x="1346633" y="735013"/>
                </a:lnTo>
                <a:lnTo>
                  <a:pt x="1349807" y="729456"/>
                </a:lnTo>
                <a:lnTo>
                  <a:pt x="1353246" y="723900"/>
                </a:lnTo>
                <a:lnTo>
                  <a:pt x="1356684" y="718344"/>
                </a:lnTo>
                <a:lnTo>
                  <a:pt x="1360652" y="713317"/>
                </a:lnTo>
                <a:lnTo>
                  <a:pt x="1364355" y="708290"/>
                </a:lnTo>
                <a:lnTo>
                  <a:pt x="1368852" y="703527"/>
                </a:lnTo>
                <a:lnTo>
                  <a:pt x="1373348" y="698765"/>
                </a:lnTo>
                <a:lnTo>
                  <a:pt x="1378109" y="694267"/>
                </a:lnTo>
                <a:lnTo>
                  <a:pt x="1383135" y="690298"/>
                </a:lnTo>
                <a:lnTo>
                  <a:pt x="1388161" y="686329"/>
                </a:lnTo>
                <a:lnTo>
                  <a:pt x="1393451" y="682890"/>
                </a:lnTo>
                <a:lnTo>
                  <a:pt x="1399270" y="679186"/>
                </a:lnTo>
                <a:lnTo>
                  <a:pt x="1404824" y="676275"/>
                </a:lnTo>
                <a:lnTo>
                  <a:pt x="1410908" y="673365"/>
                </a:lnTo>
                <a:lnTo>
                  <a:pt x="1416992" y="670454"/>
                </a:lnTo>
                <a:lnTo>
                  <a:pt x="1423075" y="668073"/>
                </a:lnTo>
                <a:lnTo>
                  <a:pt x="1429688" y="666221"/>
                </a:lnTo>
                <a:lnTo>
                  <a:pt x="1436036" y="664369"/>
                </a:lnTo>
                <a:lnTo>
                  <a:pt x="1442649" y="662781"/>
                </a:lnTo>
                <a:lnTo>
                  <a:pt x="1449261" y="661988"/>
                </a:lnTo>
                <a:lnTo>
                  <a:pt x="1456138" y="660929"/>
                </a:lnTo>
                <a:lnTo>
                  <a:pt x="1463280" y="660400"/>
                </a:lnTo>
                <a:close/>
                <a:moveTo>
                  <a:pt x="714108" y="0"/>
                </a:moveTo>
                <a:lnTo>
                  <a:pt x="723364" y="0"/>
                </a:lnTo>
                <a:lnTo>
                  <a:pt x="732621" y="264"/>
                </a:lnTo>
                <a:lnTo>
                  <a:pt x="741349" y="529"/>
                </a:lnTo>
                <a:lnTo>
                  <a:pt x="750606" y="1058"/>
                </a:lnTo>
                <a:lnTo>
                  <a:pt x="759599" y="2115"/>
                </a:lnTo>
                <a:lnTo>
                  <a:pt x="768591" y="3173"/>
                </a:lnTo>
                <a:lnTo>
                  <a:pt x="777319" y="4495"/>
                </a:lnTo>
                <a:lnTo>
                  <a:pt x="786312" y="5817"/>
                </a:lnTo>
                <a:lnTo>
                  <a:pt x="795040" y="7404"/>
                </a:lnTo>
                <a:lnTo>
                  <a:pt x="803503" y="9520"/>
                </a:lnTo>
                <a:lnTo>
                  <a:pt x="812231" y="11635"/>
                </a:lnTo>
                <a:lnTo>
                  <a:pt x="820959" y="14015"/>
                </a:lnTo>
                <a:lnTo>
                  <a:pt x="829158" y="16395"/>
                </a:lnTo>
                <a:lnTo>
                  <a:pt x="837622" y="19039"/>
                </a:lnTo>
                <a:lnTo>
                  <a:pt x="845821" y="21948"/>
                </a:lnTo>
                <a:lnTo>
                  <a:pt x="853755" y="24856"/>
                </a:lnTo>
                <a:lnTo>
                  <a:pt x="861954" y="28294"/>
                </a:lnTo>
                <a:lnTo>
                  <a:pt x="869889" y="31732"/>
                </a:lnTo>
                <a:lnTo>
                  <a:pt x="877559" y="35434"/>
                </a:lnTo>
                <a:lnTo>
                  <a:pt x="885493" y="39136"/>
                </a:lnTo>
                <a:lnTo>
                  <a:pt x="892899" y="43102"/>
                </a:lnTo>
                <a:lnTo>
                  <a:pt x="900569" y="47333"/>
                </a:lnTo>
                <a:lnTo>
                  <a:pt x="907710" y="51299"/>
                </a:lnTo>
                <a:lnTo>
                  <a:pt x="915116" y="56059"/>
                </a:lnTo>
                <a:lnTo>
                  <a:pt x="922257" y="60554"/>
                </a:lnTo>
                <a:lnTo>
                  <a:pt x="929398" y="65314"/>
                </a:lnTo>
                <a:lnTo>
                  <a:pt x="936274" y="70338"/>
                </a:lnTo>
                <a:lnTo>
                  <a:pt x="943151" y="75362"/>
                </a:lnTo>
                <a:lnTo>
                  <a:pt x="949763" y="80915"/>
                </a:lnTo>
                <a:lnTo>
                  <a:pt x="956111" y="86204"/>
                </a:lnTo>
                <a:lnTo>
                  <a:pt x="962458" y="91757"/>
                </a:lnTo>
                <a:lnTo>
                  <a:pt x="968806" y="97575"/>
                </a:lnTo>
                <a:lnTo>
                  <a:pt x="974889" y="103392"/>
                </a:lnTo>
                <a:lnTo>
                  <a:pt x="980972" y="109474"/>
                </a:lnTo>
                <a:lnTo>
                  <a:pt x="986526" y="115556"/>
                </a:lnTo>
                <a:lnTo>
                  <a:pt x="992080" y="121902"/>
                </a:lnTo>
                <a:lnTo>
                  <a:pt x="997635" y="128513"/>
                </a:lnTo>
                <a:lnTo>
                  <a:pt x="1002924" y="134859"/>
                </a:lnTo>
                <a:lnTo>
                  <a:pt x="1008214" y="141470"/>
                </a:lnTo>
                <a:lnTo>
                  <a:pt x="1013239" y="148345"/>
                </a:lnTo>
                <a:lnTo>
                  <a:pt x="1018000" y="155220"/>
                </a:lnTo>
                <a:lnTo>
                  <a:pt x="1022761" y="162360"/>
                </a:lnTo>
                <a:lnTo>
                  <a:pt x="1027257" y="169499"/>
                </a:lnTo>
                <a:lnTo>
                  <a:pt x="1031489" y="176903"/>
                </a:lnTo>
                <a:lnTo>
                  <a:pt x="1035720" y="184043"/>
                </a:lnTo>
                <a:lnTo>
                  <a:pt x="1039688" y="191711"/>
                </a:lnTo>
                <a:lnTo>
                  <a:pt x="1043655" y="199115"/>
                </a:lnTo>
                <a:lnTo>
                  <a:pt x="1047093" y="206784"/>
                </a:lnTo>
                <a:lnTo>
                  <a:pt x="1050532" y="214717"/>
                </a:lnTo>
                <a:lnTo>
                  <a:pt x="1053705" y="222650"/>
                </a:lnTo>
                <a:lnTo>
                  <a:pt x="1057144" y="230318"/>
                </a:lnTo>
                <a:lnTo>
                  <a:pt x="1059788" y="238780"/>
                </a:lnTo>
                <a:lnTo>
                  <a:pt x="1062433" y="246713"/>
                </a:lnTo>
                <a:lnTo>
                  <a:pt x="1064814" y="255175"/>
                </a:lnTo>
                <a:lnTo>
                  <a:pt x="1067194" y="263372"/>
                </a:lnTo>
                <a:lnTo>
                  <a:pt x="1069310" y="271834"/>
                </a:lnTo>
                <a:lnTo>
                  <a:pt x="1070897" y="280031"/>
                </a:lnTo>
                <a:lnTo>
                  <a:pt x="1072484" y="288757"/>
                </a:lnTo>
                <a:lnTo>
                  <a:pt x="1074071" y="297219"/>
                </a:lnTo>
                <a:lnTo>
                  <a:pt x="1075129" y="305945"/>
                </a:lnTo>
                <a:lnTo>
                  <a:pt x="1076186" y="314936"/>
                </a:lnTo>
                <a:lnTo>
                  <a:pt x="1076980" y="323397"/>
                </a:lnTo>
                <a:lnTo>
                  <a:pt x="1077509" y="332388"/>
                </a:lnTo>
                <a:lnTo>
                  <a:pt x="1077773" y="341379"/>
                </a:lnTo>
                <a:lnTo>
                  <a:pt x="1077773" y="350369"/>
                </a:lnTo>
                <a:lnTo>
                  <a:pt x="1077509" y="359360"/>
                </a:lnTo>
                <a:lnTo>
                  <a:pt x="1077244" y="368350"/>
                </a:lnTo>
                <a:lnTo>
                  <a:pt x="1076716" y="377341"/>
                </a:lnTo>
                <a:lnTo>
                  <a:pt x="1075658" y="385803"/>
                </a:lnTo>
                <a:lnTo>
                  <a:pt x="1074600" y="394793"/>
                </a:lnTo>
                <a:lnTo>
                  <a:pt x="1073277" y="403519"/>
                </a:lnTo>
                <a:lnTo>
                  <a:pt x="1071955" y="411981"/>
                </a:lnTo>
                <a:lnTo>
                  <a:pt x="1070103" y="420707"/>
                </a:lnTo>
                <a:lnTo>
                  <a:pt x="1068252" y="428905"/>
                </a:lnTo>
                <a:lnTo>
                  <a:pt x="1065872" y="437366"/>
                </a:lnTo>
                <a:lnTo>
                  <a:pt x="1063756" y="445564"/>
                </a:lnTo>
                <a:lnTo>
                  <a:pt x="1061111" y="454026"/>
                </a:lnTo>
                <a:lnTo>
                  <a:pt x="1058466" y="461958"/>
                </a:lnTo>
                <a:lnTo>
                  <a:pt x="1055557" y="469891"/>
                </a:lnTo>
                <a:lnTo>
                  <a:pt x="1052383" y="478089"/>
                </a:lnTo>
                <a:lnTo>
                  <a:pt x="1048945" y="485757"/>
                </a:lnTo>
                <a:lnTo>
                  <a:pt x="1045506" y="493426"/>
                </a:lnTo>
                <a:lnTo>
                  <a:pt x="1041804" y="501358"/>
                </a:lnTo>
                <a:lnTo>
                  <a:pt x="1038101" y="508762"/>
                </a:lnTo>
                <a:lnTo>
                  <a:pt x="1033869" y="516166"/>
                </a:lnTo>
                <a:lnTo>
                  <a:pt x="1029637" y="523570"/>
                </a:lnTo>
                <a:lnTo>
                  <a:pt x="1025141" y="530710"/>
                </a:lnTo>
                <a:lnTo>
                  <a:pt x="1020380" y="537850"/>
                </a:lnTo>
                <a:lnTo>
                  <a:pt x="1015620" y="544725"/>
                </a:lnTo>
                <a:lnTo>
                  <a:pt x="1010859" y="551864"/>
                </a:lnTo>
                <a:lnTo>
                  <a:pt x="1005834" y="558211"/>
                </a:lnTo>
                <a:lnTo>
                  <a:pt x="1000544" y="564821"/>
                </a:lnTo>
                <a:lnTo>
                  <a:pt x="995254" y="571432"/>
                </a:lnTo>
                <a:lnTo>
                  <a:pt x="989436" y="578043"/>
                </a:lnTo>
                <a:lnTo>
                  <a:pt x="983882" y="584125"/>
                </a:lnTo>
                <a:lnTo>
                  <a:pt x="977798" y="590207"/>
                </a:lnTo>
                <a:lnTo>
                  <a:pt x="971980" y="596024"/>
                </a:lnTo>
                <a:lnTo>
                  <a:pt x="965632" y="601842"/>
                </a:lnTo>
                <a:lnTo>
                  <a:pt x="959549" y="607659"/>
                </a:lnTo>
                <a:lnTo>
                  <a:pt x="953201" y="612948"/>
                </a:lnTo>
                <a:lnTo>
                  <a:pt x="946325" y="618501"/>
                </a:lnTo>
                <a:lnTo>
                  <a:pt x="939713" y="623789"/>
                </a:lnTo>
                <a:lnTo>
                  <a:pt x="933100" y="628813"/>
                </a:lnTo>
                <a:lnTo>
                  <a:pt x="926224" y="633573"/>
                </a:lnTo>
                <a:lnTo>
                  <a:pt x="919083" y="638333"/>
                </a:lnTo>
                <a:lnTo>
                  <a:pt x="911942" y="642828"/>
                </a:lnTo>
                <a:lnTo>
                  <a:pt x="904536" y="647323"/>
                </a:lnTo>
                <a:lnTo>
                  <a:pt x="897131" y="651290"/>
                </a:lnTo>
                <a:lnTo>
                  <a:pt x="889461" y="655521"/>
                </a:lnTo>
                <a:lnTo>
                  <a:pt x="881791" y="659487"/>
                </a:lnTo>
                <a:lnTo>
                  <a:pt x="874120" y="663189"/>
                </a:lnTo>
                <a:lnTo>
                  <a:pt x="866186" y="666627"/>
                </a:lnTo>
                <a:lnTo>
                  <a:pt x="857987" y="670064"/>
                </a:lnTo>
                <a:lnTo>
                  <a:pt x="850052" y="672973"/>
                </a:lnTo>
                <a:lnTo>
                  <a:pt x="841853" y="676146"/>
                </a:lnTo>
                <a:lnTo>
                  <a:pt x="833654" y="679055"/>
                </a:lnTo>
                <a:lnTo>
                  <a:pt x="825455" y="681699"/>
                </a:lnTo>
                <a:lnTo>
                  <a:pt x="816992" y="684079"/>
                </a:lnTo>
                <a:lnTo>
                  <a:pt x="808264" y="686195"/>
                </a:lnTo>
                <a:lnTo>
                  <a:pt x="799800" y="688310"/>
                </a:lnTo>
                <a:lnTo>
                  <a:pt x="791072" y="690161"/>
                </a:lnTo>
                <a:lnTo>
                  <a:pt x="782609" y="691483"/>
                </a:lnTo>
                <a:lnTo>
                  <a:pt x="773616" y="693070"/>
                </a:lnTo>
                <a:lnTo>
                  <a:pt x="764624" y="694128"/>
                </a:lnTo>
                <a:lnTo>
                  <a:pt x="755632" y="695185"/>
                </a:lnTo>
                <a:lnTo>
                  <a:pt x="746639" y="695714"/>
                </a:lnTo>
                <a:lnTo>
                  <a:pt x="737647" y="696243"/>
                </a:lnTo>
                <a:lnTo>
                  <a:pt x="728390" y="696507"/>
                </a:lnTo>
                <a:lnTo>
                  <a:pt x="719133" y="696507"/>
                </a:lnTo>
                <a:lnTo>
                  <a:pt x="709876" y="696507"/>
                </a:lnTo>
                <a:lnTo>
                  <a:pt x="700883" y="695979"/>
                </a:lnTo>
                <a:lnTo>
                  <a:pt x="691891" y="695450"/>
                </a:lnTo>
                <a:lnTo>
                  <a:pt x="682898" y="694392"/>
                </a:lnTo>
                <a:lnTo>
                  <a:pt x="673906" y="693599"/>
                </a:lnTo>
                <a:lnTo>
                  <a:pt x="664913" y="692541"/>
                </a:lnTo>
                <a:lnTo>
                  <a:pt x="656186" y="690954"/>
                </a:lnTo>
                <a:lnTo>
                  <a:pt x="647458" y="689103"/>
                </a:lnTo>
                <a:lnTo>
                  <a:pt x="638730" y="687252"/>
                </a:lnTo>
                <a:lnTo>
                  <a:pt x="630266" y="684872"/>
                </a:lnTo>
                <a:lnTo>
                  <a:pt x="621538" y="683021"/>
                </a:lnTo>
                <a:lnTo>
                  <a:pt x="613339" y="680113"/>
                </a:lnTo>
                <a:lnTo>
                  <a:pt x="604876" y="677468"/>
                </a:lnTo>
                <a:lnTo>
                  <a:pt x="596676" y="674824"/>
                </a:lnTo>
                <a:lnTo>
                  <a:pt x="588478" y="671651"/>
                </a:lnTo>
                <a:lnTo>
                  <a:pt x="580543" y="668213"/>
                </a:lnTo>
                <a:lnTo>
                  <a:pt x="572873" y="665040"/>
                </a:lnTo>
                <a:lnTo>
                  <a:pt x="564674" y="661603"/>
                </a:lnTo>
                <a:lnTo>
                  <a:pt x="557004" y="657636"/>
                </a:lnTo>
                <a:lnTo>
                  <a:pt x="549598" y="653405"/>
                </a:lnTo>
                <a:lnTo>
                  <a:pt x="541928" y="649439"/>
                </a:lnTo>
                <a:lnTo>
                  <a:pt x="534787" y="645208"/>
                </a:lnTo>
                <a:lnTo>
                  <a:pt x="527382" y="640713"/>
                </a:lnTo>
                <a:lnTo>
                  <a:pt x="520241" y="635953"/>
                </a:lnTo>
                <a:lnTo>
                  <a:pt x="513364" y="631193"/>
                </a:lnTo>
                <a:lnTo>
                  <a:pt x="506223" y="626169"/>
                </a:lnTo>
                <a:lnTo>
                  <a:pt x="499611" y="621145"/>
                </a:lnTo>
                <a:lnTo>
                  <a:pt x="492734" y="615592"/>
                </a:lnTo>
                <a:lnTo>
                  <a:pt x="486122" y="610303"/>
                </a:lnTo>
                <a:lnTo>
                  <a:pt x="480039" y="604750"/>
                </a:lnTo>
                <a:lnTo>
                  <a:pt x="473691" y="598933"/>
                </a:lnTo>
                <a:lnTo>
                  <a:pt x="467873" y="593115"/>
                </a:lnTo>
                <a:lnTo>
                  <a:pt x="461790" y="587298"/>
                </a:lnTo>
                <a:lnTo>
                  <a:pt x="455971" y="580952"/>
                </a:lnTo>
                <a:lnTo>
                  <a:pt x="450152" y="574605"/>
                </a:lnTo>
                <a:lnTo>
                  <a:pt x="444863" y="568523"/>
                </a:lnTo>
                <a:lnTo>
                  <a:pt x="439573" y="561913"/>
                </a:lnTo>
                <a:lnTo>
                  <a:pt x="434283" y="555038"/>
                </a:lnTo>
                <a:lnTo>
                  <a:pt x="429258" y="548162"/>
                </a:lnTo>
                <a:lnTo>
                  <a:pt x="424497" y="541287"/>
                </a:lnTo>
                <a:lnTo>
                  <a:pt x="419737" y="534148"/>
                </a:lnTo>
                <a:lnTo>
                  <a:pt x="415240" y="527008"/>
                </a:lnTo>
                <a:lnTo>
                  <a:pt x="411009" y="519868"/>
                </a:lnTo>
                <a:lnTo>
                  <a:pt x="406777" y="512464"/>
                </a:lnTo>
                <a:lnTo>
                  <a:pt x="402545" y="505060"/>
                </a:lnTo>
                <a:lnTo>
                  <a:pt x="398842" y="497392"/>
                </a:lnTo>
                <a:lnTo>
                  <a:pt x="395140" y="489988"/>
                </a:lnTo>
                <a:lnTo>
                  <a:pt x="391966" y="481791"/>
                </a:lnTo>
                <a:lnTo>
                  <a:pt x="388792" y="474122"/>
                </a:lnTo>
                <a:lnTo>
                  <a:pt x="385618" y="466189"/>
                </a:lnTo>
                <a:lnTo>
                  <a:pt x="382709" y="458256"/>
                </a:lnTo>
                <a:lnTo>
                  <a:pt x="380064" y="449795"/>
                </a:lnTo>
                <a:lnTo>
                  <a:pt x="377684" y="441862"/>
                </a:lnTo>
                <a:lnTo>
                  <a:pt x="375303" y="433400"/>
                </a:lnTo>
                <a:lnTo>
                  <a:pt x="373187" y="425203"/>
                </a:lnTo>
                <a:lnTo>
                  <a:pt x="371336" y="416477"/>
                </a:lnTo>
                <a:lnTo>
                  <a:pt x="370014" y="407750"/>
                </a:lnTo>
                <a:lnTo>
                  <a:pt x="368427" y="399289"/>
                </a:lnTo>
                <a:lnTo>
                  <a:pt x="367369" y="390562"/>
                </a:lnTo>
                <a:lnTo>
                  <a:pt x="366311" y="382101"/>
                </a:lnTo>
                <a:lnTo>
                  <a:pt x="365517" y="373110"/>
                </a:lnTo>
                <a:lnTo>
                  <a:pt x="364988" y="364120"/>
                </a:lnTo>
                <a:lnTo>
                  <a:pt x="364724" y="355129"/>
                </a:lnTo>
                <a:lnTo>
                  <a:pt x="364724" y="346403"/>
                </a:lnTo>
                <a:lnTo>
                  <a:pt x="364988" y="337412"/>
                </a:lnTo>
                <a:lnTo>
                  <a:pt x="365253" y="328422"/>
                </a:lnTo>
                <a:lnTo>
                  <a:pt x="365782" y="319695"/>
                </a:lnTo>
                <a:lnTo>
                  <a:pt x="366575" y="310705"/>
                </a:lnTo>
                <a:lnTo>
                  <a:pt x="367898" y="301979"/>
                </a:lnTo>
                <a:lnTo>
                  <a:pt x="368956" y="292988"/>
                </a:lnTo>
                <a:lnTo>
                  <a:pt x="370542" y="284791"/>
                </a:lnTo>
                <a:lnTo>
                  <a:pt x="372394" y="276064"/>
                </a:lnTo>
                <a:lnTo>
                  <a:pt x="374245" y="267603"/>
                </a:lnTo>
                <a:lnTo>
                  <a:pt x="376626" y="259141"/>
                </a:lnTo>
                <a:lnTo>
                  <a:pt x="378477" y="250944"/>
                </a:lnTo>
                <a:lnTo>
                  <a:pt x="381386" y="242746"/>
                </a:lnTo>
                <a:lnTo>
                  <a:pt x="384031" y="234549"/>
                </a:lnTo>
                <a:lnTo>
                  <a:pt x="386940" y="226616"/>
                </a:lnTo>
                <a:lnTo>
                  <a:pt x="390114" y="218683"/>
                </a:lnTo>
                <a:lnTo>
                  <a:pt x="393553" y="210750"/>
                </a:lnTo>
                <a:lnTo>
                  <a:pt x="396991" y="203082"/>
                </a:lnTo>
                <a:lnTo>
                  <a:pt x="400694" y="195678"/>
                </a:lnTo>
                <a:lnTo>
                  <a:pt x="404396" y="187745"/>
                </a:lnTo>
                <a:lnTo>
                  <a:pt x="408628" y="180341"/>
                </a:lnTo>
                <a:lnTo>
                  <a:pt x="412860" y="173201"/>
                </a:lnTo>
                <a:lnTo>
                  <a:pt x="417356" y="165797"/>
                </a:lnTo>
                <a:lnTo>
                  <a:pt x="422117" y="158658"/>
                </a:lnTo>
                <a:lnTo>
                  <a:pt x="426878" y="151783"/>
                </a:lnTo>
                <a:lnTo>
                  <a:pt x="431638" y="144907"/>
                </a:lnTo>
                <a:lnTo>
                  <a:pt x="436664" y="138297"/>
                </a:lnTo>
                <a:lnTo>
                  <a:pt x="441953" y="131686"/>
                </a:lnTo>
                <a:lnTo>
                  <a:pt x="447243" y="125075"/>
                </a:lnTo>
                <a:lnTo>
                  <a:pt x="453062" y="118993"/>
                </a:lnTo>
                <a:lnTo>
                  <a:pt x="458616" y="112647"/>
                </a:lnTo>
                <a:lnTo>
                  <a:pt x="464434" y="106301"/>
                </a:lnTo>
                <a:lnTo>
                  <a:pt x="470518" y="100483"/>
                </a:lnTo>
                <a:lnTo>
                  <a:pt x="476865" y="94666"/>
                </a:lnTo>
                <a:lnTo>
                  <a:pt x="482948" y="89113"/>
                </a:lnTo>
                <a:lnTo>
                  <a:pt x="489560" y="83560"/>
                </a:lnTo>
                <a:lnTo>
                  <a:pt x="496172" y="78271"/>
                </a:lnTo>
                <a:lnTo>
                  <a:pt x="502520" y="72983"/>
                </a:lnTo>
                <a:lnTo>
                  <a:pt x="509397" y="67958"/>
                </a:lnTo>
                <a:lnTo>
                  <a:pt x="516538" y="62934"/>
                </a:lnTo>
                <a:lnTo>
                  <a:pt x="523414" y="58175"/>
                </a:lnTo>
                <a:lnTo>
                  <a:pt x="530820" y="53679"/>
                </a:lnTo>
                <a:lnTo>
                  <a:pt x="537961" y="49184"/>
                </a:lnTo>
                <a:lnTo>
                  <a:pt x="545367" y="45217"/>
                </a:lnTo>
                <a:lnTo>
                  <a:pt x="553301" y="40987"/>
                </a:lnTo>
                <a:lnTo>
                  <a:pt x="560707" y="37020"/>
                </a:lnTo>
                <a:lnTo>
                  <a:pt x="568377" y="33583"/>
                </a:lnTo>
                <a:lnTo>
                  <a:pt x="576311" y="29881"/>
                </a:lnTo>
                <a:lnTo>
                  <a:pt x="584510" y="26707"/>
                </a:lnTo>
                <a:lnTo>
                  <a:pt x="592445" y="23534"/>
                </a:lnTo>
                <a:lnTo>
                  <a:pt x="600379" y="20361"/>
                </a:lnTo>
                <a:lnTo>
                  <a:pt x="608843" y="17717"/>
                </a:lnTo>
                <a:lnTo>
                  <a:pt x="617042" y="15073"/>
                </a:lnTo>
                <a:lnTo>
                  <a:pt x="625505" y="12693"/>
                </a:lnTo>
                <a:lnTo>
                  <a:pt x="633969" y="10313"/>
                </a:lnTo>
                <a:lnTo>
                  <a:pt x="642697" y="8462"/>
                </a:lnTo>
                <a:lnTo>
                  <a:pt x="651425" y="6875"/>
                </a:lnTo>
                <a:lnTo>
                  <a:pt x="659888" y="5024"/>
                </a:lnTo>
                <a:lnTo>
                  <a:pt x="668881" y="3702"/>
                </a:lnTo>
                <a:lnTo>
                  <a:pt x="677873" y="2644"/>
                </a:lnTo>
                <a:lnTo>
                  <a:pt x="686601" y="1851"/>
                </a:lnTo>
                <a:lnTo>
                  <a:pt x="695858" y="793"/>
                </a:lnTo>
                <a:lnTo>
                  <a:pt x="704851" y="264"/>
                </a:lnTo>
                <a:lnTo>
                  <a:pt x="71410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23712" y="4861878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学号：</a:t>
            </a:r>
            <a:r>
              <a:rPr lang="en-US" altLang="zh-CN" dirty="0">
                <a:solidFill>
                  <a:schemeClr val="bg1"/>
                </a:solidFill>
              </a:rPr>
              <a:t>202400300104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256864" y="4426431"/>
            <a:ext cx="8026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9125641" y="4426431"/>
            <a:ext cx="8026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685" y="1916859"/>
            <a:ext cx="2571750" cy="809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4252D"/>
      </a:accent1>
      <a:accent2>
        <a:srgbClr val="FFBD48"/>
      </a:accent2>
      <a:accent3>
        <a:srgbClr val="8F8F8F"/>
      </a:accent3>
      <a:accent4>
        <a:srgbClr val="40414E"/>
      </a:accent4>
      <a:accent5>
        <a:srgbClr val="FFCB6D"/>
      </a:accent5>
      <a:accent6>
        <a:srgbClr val="BFBFBF"/>
      </a:accent6>
      <a:hlink>
        <a:srgbClr val="D95B5B"/>
      </a:hlink>
      <a:folHlink>
        <a:srgbClr val="F2CF6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2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3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4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5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6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7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8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9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10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1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12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13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14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15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16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ppt/theme/themeOverride17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44546A"/>
    </a:dk2>
    <a:lt2>
      <a:srgbClr val="E7E6E6"/>
    </a:lt2>
    <a:accent1>
      <a:srgbClr val="24252D"/>
    </a:accent1>
    <a:accent2>
      <a:srgbClr val="FFBD48"/>
    </a:accent2>
    <a:accent3>
      <a:srgbClr val="8F8F8F"/>
    </a:accent3>
    <a:accent4>
      <a:srgbClr val="40414E"/>
    </a:accent4>
    <a:accent5>
      <a:srgbClr val="FFCB6D"/>
    </a:accent5>
    <a:accent6>
      <a:srgbClr val="BFBFBF"/>
    </a:accent6>
    <a:hlink>
      <a:srgbClr val="D95B5B"/>
    </a:hlink>
    <a:folHlink>
      <a:srgbClr val="F2CF6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1568</Words>
  <Application>Microsoft Office PowerPoint</Application>
  <PresentationFormat>宽屏</PresentationFormat>
  <Paragraphs>165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等线</vt:lpstr>
      <vt:lpstr>等线 Light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xian</dc:creator>
  <cp:lastModifiedBy>皓宸 许</cp:lastModifiedBy>
  <cp:revision>19</cp:revision>
  <dcterms:created xsi:type="dcterms:W3CDTF">2016-05-03T01:02:00Z</dcterms:created>
  <dcterms:modified xsi:type="dcterms:W3CDTF">2026-08-31T00:12:36Z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